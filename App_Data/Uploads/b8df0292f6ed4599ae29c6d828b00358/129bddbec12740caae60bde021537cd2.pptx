
<file path=[Content_Types].xml><?xml version="1.0" encoding="utf-8"?>
<Types xmlns="http://schemas.openxmlformats.org/package/2006/content-types">
  <Default Extension="emf" ContentType="image/x-emf"/>
  <Default Extension="jfif" ContentType="image/jpeg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142533827" r:id="rId2"/>
    <p:sldId id="4138" r:id="rId3"/>
    <p:sldId id="257" r:id="rId4"/>
    <p:sldId id="258" r:id="rId5"/>
    <p:sldId id="259" r:id="rId6"/>
    <p:sldId id="262" r:id="rId7"/>
    <p:sldId id="4139" r:id="rId8"/>
    <p:sldId id="265" r:id="rId9"/>
    <p:sldId id="4140" r:id="rId10"/>
    <p:sldId id="4163" r:id="rId11"/>
    <p:sldId id="4164" r:id="rId12"/>
    <p:sldId id="4165" r:id="rId13"/>
    <p:sldId id="4166" r:id="rId14"/>
    <p:sldId id="4167" r:id="rId15"/>
    <p:sldId id="4168" r:id="rId16"/>
    <p:sldId id="4169" r:id="rId17"/>
    <p:sldId id="4170" r:id="rId18"/>
    <p:sldId id="4171" r:id="rId19"/>
    <p:sldId id="4172" r:id="rId20"/>
    <p:sldId id="4173" r:id="rId21"/>
    <p:sldId id="4191" r:id="rId22"/>
    <p:sldId id="4192" r:id="rId23"/>
    <p:sldId id="4156" r:id="rId24"/>
    <p:sldId id="4142" r:id="rId25"/>
    <p:sldId id="4176" r:id="rId26"/>
    <p:sldId id="4143" r:id="rId27"/>
    <p:sldId id="4177" r:id="rId28"/>
    <p:sldId id="4144" r:id="rId29"/>
    <p:sldId id="2147471586" r:id="rId30"/>
    <p:sldId id="264" r:id="rId31"/>
    <p:sldId id="263" r:id="rId32"/>
  </p:sldIdLst>
  <p:sldSz cx="24377650" cy="13716000"/>
  <p:notesSz cx="6858000" cy="9144000"/>
  <p:defaultTextStyle>
    <a:defPPr>
      <a:defRPr lang="en-US"/>
    </a:defPPr>
    <a:lvl1pPr marL="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21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434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2651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6868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086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2A2A2A"/>
    <a:srgbClr val="CCECFF"/>
    <a:srgbClr val="DCDFE1"/>
    <a:srgbClr val="E2ECF1"/>
    <a:srgbClr val="F1F6F8"/>
    <a:srgbClr val="DBE9F0"/>
    <a:srgbClr val="073B4C"/>
    <a:srgbClr val="335FFE"/>
    <a:srgbClr val="ECF3F6"/>
    <a:srgbClr val="B5B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9A8CCE-D8CB-46B1-86B9-A57BBFF75349}" v="17" dt="2026-05-22T06:01:10.020"/>
  </p1510:revLst>
</p1510:revInfo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533" autoAdjust="0"/>
    <p:restoredTop sz="96197" autoAdjust="0"/>
  </p:normalViewPr>
  <p:slideViewPr>
    <p:cSldViewPr snapToGrid="0" snapToObjects="1">
      <p:cViewPr varScale="1">
        <p:scale>
          <a:sx n="56" d="100"/>
          <a:sy n="56" d="100"/>
        </p:scale>
        <p:origin x="276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sorterViewPr>
    <p:cViewPr>
      <p:scale>
        <a:sx n="30" d="100"/>
        <a:sy n="30" d="100"/>
      </p:scale>
      <p:origin x="0" y="0"/>
    </p:cViewPr>
  </p:sorterViewPr>
  <p:notesViewPr>
    <p:cSldViewPr snapToGrid="0" snapToObjects="1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Heebo" pitchFamily="2" charset="-79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Heebo" pitchFamily="2" charset="-79"/>
              </a:defRPr>
            </a:lvl1pPr>
          </a:lstStyle>
          <a:p>
            <a:fld id="{EFC10EE1-B198-C942-8235-326C972CBB30}" type="datetimeFigureOut">
              <a:rPr lang="en-US" smtClean="0"/>
              <a:pPr/>
              <a:t>7/20/2026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Heebo" pitchFamily="2" charset="-79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Heebo" pitchFamily="2" charset="-79"/>
              </a:defRPr>
            </a:lvl1pPr>
          </a:lstStyle>
          <a:p>
            <a:fld id="{006BE02D-20C0-F840-AFAC-BEA99C74FDC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28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17" rtl="0" eaLnBrk="1" latinLnBrk="0" hangingPunct="1">
      <a:defRPr sz="2400" b="0" i="0" kern="1200">
        <a:solidFill>
          <a:schemeClr val="tx1"/>
        </a:solidFill>
        <a:latin typeface="Heebo" pitchFamily="2" charset="-79"/>
        <a:ea typeface="+mn-ea"/>
        <a:cs typeface="+mn-cs"/>
      </a:defRPr>
    </a:lvl1pPr>
    <a:lvl2pPr marL="914217" algn="l" defTabSz="914217" rtl="0" eaLnBrk="1" latinLnBrk="0" hangingPunct="1">
      <a:defRPr sz="2400" b="0" i="0" kern="1200">
        <a:solidFill>
          <a:schemeClr val="tx1"/>
        </a:solidFill>
        <a:latin typeface="Heebo" pitchFamily="2" charset="-79"/>
        <a:ea typeface="+mn-ea"/>
        <a:cs typeface="+mn-cs"/>
      </a:defRPr>
    </a:lvl2pPr>
    <a:lvl3pPr marL="1828434" algn="l" defTabSz="914217" rtl="0" eaLnBrk="1" latinLnBrk="0" hangingPunct="1">
      <a:defRPr sz="2400" b="0" i="0" kern="1200">
        <a:solidFill>
          <a:schemeClr val="tx1"/>
        </a:solidFill>
        <a:latin typeface="Heebo" pitchFamily="2" charset="-79"/>
        <a:ea typeface="+mn-ea"/>
        <a:cs typeface="+mn-cs"/>
      </a:defRPr>
    </a:lvl3pPr>
    <a:lvl4pPr marL="2742651" algn="l" defTabSz="914217" rtl="0" eaLnBrk="1" latinLnBrk="0" hangingPunct="1">
      <a:defRPr sz="2400" b="0" i="0" kern="1200">
        <a:solidFill>
          <a:schemeClr val="tx1"/>
        </a:solidFill>
        <a:latin typeface="Heebo" pitchFamily="2" charset="-79"/>
        <a:ea typeface="+mn-ea"/>
        <a:cs typeface="+mn-cs"/>
      </a:defRPr>
    </a:lvl4pPr>
    <a:lvl5pPr marL="3656868" algn="l" defTabSz="914217" rtl="0" eaLnBrk="1" latinLnBrk="0" hangingPunct="1">
      <a:defRPr sz="2400" b="0" i="0" kern="1200">
        <a:solidFill>
          <a:schemeClr val="tx1"/>
        </a:solidFill>
        <a:latin typeface="Heebo" pitchFamily="2" charset="-79"/>
        <a:ea typeface="+mn-ea"/>
        <a:cs typeface="+mn-cs"/>
      </a:defRPr>
    </a:lvl5pPr>
    <a:lvl6pPr marL="4571086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817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4901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9641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CBF3C-1D68-03C7-FDAC-E516D3E0B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D0C3A7-9067-717B-B30C-61139078D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C31559-C158-E109-F71E-F8D3635E9A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689051-73EC-C08D-6AC2-2EFFD4CFAF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3545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46A21-471E-07C6-72B9-F81CBA0C3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4017B3-C2AF-078A-4DC8-FCA5DE439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58B64C-6562-7120-A9F6-1A9407F4CC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BE9506-F36C-D5EA-B239-BD1F58207E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5190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A1614-432B-F276-0F6E-F240BDB72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166D63-468A-989F-D5D3-712E07426D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52A22F-F925-3F5D-9137-B1948A3330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07D3C-73A6-A81D-EA4F-FF1820CEE0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2992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B9763-07F1-3FE1-2890-5B4B5F713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E5B1BA-B90B-90E5-017E-D6E042770A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F41A0B-5D93-AB35-005A-72A6E57419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DC92A8-82FB-D190-3CC4-48BAE5B2CF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2629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82150-76FA-64DC-88CB-C427A6B06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256267-2074-F611-1381-16802FAC4D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50F44F-1BAE-2C2B-ADD5-DFBC404E68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B47241-25F2-A892-F46C-6D5B863BBA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3072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93B1F-8CE4-2D76-1335-923D2B385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D85D7F-D41C-9F7F-97FB-CEA1B712A2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39B56C-A022-2045-4EB2-D66BE59786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419670-C912-B401-221F-66846953A6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6327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8FEC0-DAA4-AF8C-45D0-E807D15BD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7DBD44-2D0B-FABA-40FA-BEA8DD8760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10FB35-3784-76BE-8FA9-ADAC863773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DA457-82CF-D6AF-3615-4B6F7E1742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6656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FF318-BA10-9D39-8649-232AB42EF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7C5D7A-6ED6-0044-B4BE-C4F9387119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D23693-1105-BC82-4254-0C61B7BDC2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911EB-23FA-05CE-F33D-19646DD990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020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123C6-F6ED-44DD-C0F1-23F7C3701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235ECE-0542-0F59-AC35-22FF035389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3FBABD-27D0-6ED3-FD0B-149A1CF2A2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8EEC39-B022-749A-D1DA-93FEE832FB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9147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440DB-F3C8-FC38-765F-5AE0AE21B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1F62F-5F4D-A4BA-D6E9-2CB5C708EB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A24681-E837-38B0-36A9-45CF9893D2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FB5C79-C326-4CD5-0A0D-A5E9CC57FF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2252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AE300-8AB6-146F-87EF-D23F326F3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233AD4-C337-852B-5F92-78E2592346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2A5BC3-B4AB-D0F1-70CE-41D4AC1227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5C19E7-35D2-E013-8E10-359EDF14F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9027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9C31E-7322-A6CB-4424-347903A9A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44F09C-7819-7DF5-4CB3-5D5C7E6FDC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4F60E9-274C-7543-520A-836C44B0F8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63F00-9299-7B59-C0B5-35FFF9EB9F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3226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2CA75-9CFE-1BB7-9CE8-EECA36EE5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414329-68AF-0BF1-3DA8-09BE887C50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D2992C-0545-3E3D-D6C8-6C33D92BC2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740C55-F693-13A3-2878-B496C19863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6841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73558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5576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8B4EC-49E5-F5AE-A5CC-74F6C022D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7D3B5F-9B4C-9382-D693-26F5195E6B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C1326D-7A78-78E3-8867-9CB58318BD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F175CA-391D-BE4D-3C08-B35D97D972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149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7178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A4D57A-AB6F-77C0-1E89-763A8C35EDB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4377650" cy="13716000"/>
          </a:xfrm>
          <a:solidFill>
            <a:schemeClr val="bg1">
              <a:lumMod val="95000"/>
            </a:schemeClr>
          </a:solidFill>
        </p:spPr>
        <p:txBody>
          <a:bodyPr vert="horz" wrap="square" lIns="182843" tIns="91422" rIns="182843" bIns="91422" rtlCol="0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56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572BAB2-A914-954B-2D3F-4F92F2E318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47610" y="2397584"/>
            <a:ext cx="9421812" cy="9306606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182843" tIns="91422" rIns="182843" bIns="91422" rtlCol="0">
            <a:noAutofit/>
          </a:bodyPr>
          <a:lstStyle>
            <a:lvl1pPr>
              <a:defRPr lang="en-US" dirty="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320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80E710D-CE4C-1833-E431-698A940E15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92520" y="8015288"/>
            <a:ext cx="3060700" cy="30607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182843" tIns="91422" rIns="182843" bIns="91422" rtlCol="0">
            <a:noAutofit/>
          </a:bodyPr>
          <a:lstStyle>
            <a:lvl1pPr>
              <a:defRPr lang="en-US" dirty="0"/>
            </a:lvl1pPr>
          </a:lstStyle>
          <a:p>
            <a:pPr lvl="0"/>
            <a:endParaRPr lang="en-US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84E6DC0C-5E0F-3CD7-B024-914B6A91CBC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18365" y="8015288"/>
            <a:ext cx="3060700" cy="30607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182843" tIns="91422" rIns="182843" bIns="91422" rtlCol="0">
            <a:noAutofit/>
          </a:bodyPr>
          <a:lstStyle>
            <a:lvl1pPr>
              <a:defRPr lang="en-US" dirty="0"/>
            </a:lvl1pPr>
          </a:lstStyle>
          <a:p>
            <a:pPr lvl="0"/>
            <a:endParaRPr lang="en-US" dirty="0"/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DDD10194-9DCC-78ED-1838-2AB8201AAA5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3619763" y="8015288"/>
            <a:ext cx="3060700" cy="30607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182843" tIns="91422" rIns="182843" bIns="91422" rtlCol="0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D743F5FA-FAEB-424B-98B1-4B67FD3CEB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667903" y="8015288"/>
            <a:ext cx="3060700" cy="30607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182843" tIns="91422" rIns="182843" bIns="91422" rtlCol="0">
            <a:noAutofit/>
          </a:bodyPr>
          <a:lstStyle>
            <a:lvl1pPr>
              <a:defRPr lang="en-US" dirty="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657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7BDD0D0-0D0A-6161-7B7A-6B4F4C398D5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0825" y="4640263"/>
            <a:ext cx="6726238" cy="333533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182843" tIns="91422" rIns="182843" bIns="91422" rtlCol="0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FFB51BD0-3FC9-E0F5-33C1-319FEFAF1FD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612937" y="4640075"/>
            <a:ext cx="7959307" cy="333533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182843" tIns="91422" rIns="182843" bIns="91422" rtlCol="0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FFCDFE57-B53C-E12A-43E3-D9680F0478D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938068" y="4640075"/>
            <a:ext cx="5677315" cy="333533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182843" tIns="91422" rIns="182843" bIns="91422" rtlCol="0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1F192C42-F9A0-D37A-F381-7017454B398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83944" y="8357354"/>
            <a:ext cx="9086031" cy="333533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182843" tIns="91422" rIns="182843" bIns="91422" rtlCol="0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B9AB5FD4-C693-1BCE-8A2F-BEDB286CC6F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343200" y="8350097"/>
            <a:ext cx="8381861" cy="333533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182843" tIns="91422" rIns="182843" bIns="91422" rtlCol="0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442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C9B5354-FCB6-C42B-2112-31D4364C901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258175" y="6229350"/>
            <a:ext cx="5949950" cy="578301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182843" tIns="91422" rIns="182843" bIns="91422" rtlCol="0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DEAE7BA2-F67B-81AA-2D90-C7BB0E8964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144948" y="6229350"/>
            <a:ext cx="5949950" cy="578301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182843" tIns="91422" rIns="182843" bIns="91422" rtlCol="0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001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D2B3CBB5-8A8B-B4AA-AA7D-997AEAB015E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893810" y="6381539"/>
            <a:ext cx="18795896" cy="570102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182843" tIns="91422" rIns="182843" bIns="91422" rtlCol="0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064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20"/>
          <p:cNvSpPr txBox="1">
            <a:spLocks noChangeArrowheads="1"/>
          </p:cNvSpPr>
          <p:nvPr userDrawn="1"/>
        </p:nvSpPr>
        <p:spPr bwMode="gray">
          <a:xfrm>
            <a:off x="1282368" y="13258805"/>
            <a:ext cx="576266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algn="l" defTabSz="1828343" rtl="0" eaLnBrk="1" latinLnBrk="0" hangingPunct="1">
              <a:defRPr/>
            </a:pPr>
            <a:r>
              <a:rPr lang="en-US" sz="1600" kern="1200" dirty="0">
                <a:solidFill>
                  <a:schemeClr val="tx2"/>
                </a:solidFill>
                <a:latin typeface="Arial" pitchFamily="34" charset="0"/>
                <a:ea typeface="+mn-ea"/>
                <a:cs typeface="Arial" pitchFamily="34" charset="0"/>
              </a:rPr>
              <a:t>Copyright © 2012 Mahindra &amp; Mahindra Ltd. All rights reserved.</a:t>
            </a:r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 bwMode="auto">
          <a:xfrm>
            <a:off x="23626648" y="13228027"/>
            <a:ext cx="31258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marL="0" algn="r" defTabSz="1828343" rtl="0" eaLnBrk="1" latinLnBrk="0" hangingPunct="1">
              <a:defRPr/>
            </a:pPr>
            <a:fld id="{6856ECDB-1CEE-4F69-ADCA-557460F2116E}" type="slidenum">
              <a:rPr lang="en-US" sz="2000" kern="1200" smtClean="0">
                <a:solidFill>
                  <a:schemeClr val="tx2"/>
                </a:solidFill>
                <a:latin typeface="Arial" pitchFamily="34" charset="0"/>
                <a:ea typeface="+mn-ea"/>
                <a:cs typeface="Arial" pitchFamily="34" charset="0"/>
              </a:rPr>
              <a:pPr marL="0" algn="r" defTabSz="1828343" rtl="0" eaLnBrk="1" latinLnBrk="0" hangingPunct="1">
                <a:defRPr/>
              </a:pPr>
              <a:t>‹#›</a:t>
            </a:fld>
            <a:endParaRPr lang="en-US" sz="2000" kern="1200" dirty="0">
              <a:solidFill>
                <a:schemeClr val="tx2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8768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27371C6-6509-F7F2-3A45-5E9651F2B0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192964"/>
            <a:ext cx="16226373" cy="6121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2B42BE6-A5FC-1D0A-F863-7FC4A5B55B9F}"/>
              </a:ext>
            </a:extLst>
          </p:cNvPr>
          <p:cNvSpPr/>
          <p:nvPr userDrawn="1"/>
        </p:nvSpPr>
        <p:spPr>
          <a:xfrm>
            <a:off x="10460417" y="5807489"/>
            <a:ext cx="3456816" cy="19684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98" dirty="0"/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2410CC4F-A136-DAF1-1145-CDF5BA9466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460418" y="6224888"/>
            <a:ext cx="3456818" cy="1266224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3999" b="1" i="0" baseline="0">
                <a:solidFill>
                  <a:srgbClr val="4D4D4F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44746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1282367" y="1438278"/>
            <a:ext cx="21927186" cy="88614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>
              <a:defRPr lang="en-US" sz="6398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1828343" rtl="0" eaLnBrk="1" fontAlgn="base" latinLnBrk="0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282365" y="3943352"/>
            <a:ext cx="21927190" cy="2584682"/>
          </a:xfrm>
        </p:spPr>
        <p:txBody>
          <a:bodyPr wrap="square">
            <a:spAutoFit/>
          </a:bodyPr>
          <a:lstStyle>
            <a:lvl1pPr algn="l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20000"/>
              <a:defRPr lang="en-US" sz="3599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defRPr lang="en-US" sz="3599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algn="l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defRPr lang="en-US" sz="3599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algn="l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defRPr lang="en-US" sz="3599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algn="l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defRPr lang="en-US" sz="3599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869482" indent="-571357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0000"/>
              <a:buFont typeface="Wingdings" pitchFamily="2" charset="2"/>
              <a:buChar char="§"/>
              <a:defRPr lang="en-US" sz="3599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6pPr>
            <a:lvl7pPr marL="3428143" indent="-545963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0000"/>
              <a:buFont typeface="Arial" pitchFamily="34" charset="0"/>
              <a:buChar char="–"/>
              <a:defRPr sz="3599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7pPr>
            <a:lvl8pPr marL="3199600" indent="-457086">
              <a:spcBef>
                <a:spcPts val="0"/>
              </a:spcBef>
              <a:spcAft>
                <a:spcPts val="0"/>
              </a:spcAft>
              <a:buSzPct val="70000"/>
              <a:defRPr sz="3599" baseline="0">
                <a:latin typeface="Arial" pitchFamily="34" charset="0"/>
                <a:cs typeface="Arial" pitchFamily="34" charset="0"/>
              </a:defRPr>
            </a:lvl8pPr>
            <a:lvl9pPr marL="3647164" indent="-447564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3599">
                <a:latin typeface="Arial" pitchFamily="34" charset="0"/>
                <a:cs typeface="Arial" pitchFamily="34" charset="0"/>
              </a:defRPr>
            </a:lvl9pPr>
          </a:lstStyle>
          <a:p>
            <a:pPr marL="580881" lvl="0" indent="-580881" algn="l" defTabSz="1828343" rtl="0" eaLnBrk="1" fontAlgn="base" latinLnBrk="0" hangingPunct="1">
              <a:spcBef>
                <a:spcPts val="0"/>
              </a:spcBef>
              <a:spcAft>
                <a:spcPct val="0"/>
              </a:spcAft>
              <a:buClr>
                <a:schemeClr val="bg2"/>
              </a:buClr>
              <a:buSzPct val="120000"/>
              <a:buFont typeface="Wingdings" pitchFamily="2" charset="2"/>
              <a:buChar char="§"/>
            </a:pPr>
            <a:r>
              <a:rPr lang="en-US" dirty="0"/>
              <a:t>Click to edit master text styles</a:t>
            </a:r>
          </a:p>
          <a:p>
            <a:pPr marL="1142714" lvl="2" indent="-558660" algn="l" defTabSz="1828343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90000"/>
              <a:buFont typeface="Arial" pitchFamily="34" charset="0"/>
              <a:buChar char="–"/>
            </a:pPr>
            <a:r>
              <a:rPr lang="en-US" dirty="0"/>
              <a:t>Second level</a:t>
            </a:r>
          </a:p>
          <a:p>
            <a:pPr marL="1701375" lvl="3" indent="-558660" algn="l" defTabSz="1828343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80000"/>
              <a:buFont typeface="Wingdings" pitchFamily="2" charset="2"/>
              <a:buChar char="§"/>
            </a:pPr>
            <a:r>
              <a:rPr lang="en-US" dirty="0"/>
              <a:t>Third level</a:t>
            </a:r>
          </a:p>
          <a:p>
            <a:pPr marL="2272732" lvl="4" indent="-571357" algn="l" defTabSz="1866433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Arial" pitchFamily="34" charset="0"/>
              <a:buChar char="–"/>
            </a:pPr>
            <a:r>
              <a:rPr lang="en-US" dirty="0"/>
              <a:t>Fourth level</a:t>
            </a:r>
          </a:p>
          <a:p>
            <a:pPr marL="2869482" lvl="5" indent="-571357" algn="l" defTabSz="1828343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60000"/>
              <a:buFont typeface="Wingdings" pitchFamily="2" charset="2"/>
              <a:buChar char="§"/>
            </a:pPr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07418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ABC7BB55-05B8-E318-D53B-E094C6EF4D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045" y="712692"/>
            <a:ext cx="1904504" cy="914400"/>
          </a:xfrm>
          <a:prstGeom prst="rect">
            <a:avLst/>
          </a:prstGeom>
        </p:spPr>
      </p:pic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5B4A4859-69DE-7FBD-A74D-3143FAAEDA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44665" y="1025564"/>
            <a:ext cx="21107682" cy="1266224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7198" b="1" i="0" baseline="0">
                <a:solidFill>
                  <a:srgbClr val="6D6E7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Text slide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9FDF2896-628F-88AA-44E0-75E17B9A17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44665" y="2546351"/>
            <a:ext cx="21107682" cy="9953626"/>
          </a:xfrm>
        </p:spPr>
        <p:txBody>
          <a:bodyPr>
            <a:noAutofit/>
          </a:bodyPr>
          <a:lstStyle>
            <a:lvl1pPr marL="0" indent="0">
              <a:buFontTx/>
              <a:buNone/>
              <a:tabLst/>
              <a:defRPr sz="2799" baseline="0">
                <a:solidFill>
                  <a:srgbClr val="6D6E7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consectetuer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diam</a:t>
            </a:r>
            <a:r>
              <a:rPr lang="en-GB"/>
              <a:t> </a:t>
            </a:r>
            <a:r>
              <a:rPr lang="en-GB" err="1"/>
              <a:t>nonummy</a:t>
            </a:r>
            <a:r>
              <a:rPr lang="en-GB"/>
              <a:t> </a:t>
            </a:r>
            <a:r>
              <a:rPr lang="en-GB" err="1"/>
              <a:t>nibh</a:t>
            </a:r>
            <a:r>
              <a:rPr lang="en-GB"/>
              <a:t> </a:t>
            </a:r>
            <a:r>
              <a:rPr lang="en-GB" err="1"/>
              <a:t>euismod</a:t>
            </a:r>
            <a:r>
              <a:rPr lang="en-GB"/>
              <a:t> </a:t>
            </a:r>
            <a:r>
              <a:rPr lang="en-GB" err="1"/>
              <a:t>tincidunt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laoreet</a:t>
            </a:r>
            <a:r>
              <a:rPr lang="en-GB"/>
              <a:t> dolore magna </a:t>
            </a:r>
            <a:r>
              <a:rPr lang="en-GB" err="1"/>
              <a:t>aliquam</a:t>
            </a:r>
            <a:r>
              <a:rPr lang="en-GB"/>
              <a:t> </a:t>
            </a:r>
            <a:r>
              <a:rPr lang="en-GB" err="1"/>
              <a:t>erat</a:t>
            </a:r>
            <a:r>
              <a:rPr lang="en-GB"/>
              <a:t> </a:t>
            </a:r>
            <a:r>
              <a:rPr lang="en-GB" err="1"/>
              <a:t>volutpat</a:t>
            </a:r>
            <a:r>
              <a:rPr lang="en-GB"/>
              <a:t>. Ut </a:t>
            </a:r>
            <a:r>
              <a:rPr lang="en-GB" err="1"/>
              <a:t>wisi</a:t>
            </a:r>
            <a:r>
              <a:rPr lang="en-GB"/>
              <a:t>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</a:t>
            </a:r>
            <a:r>
              <a:rPr lang="en-GB" err="1"/>
              <a:t>exerci</a:t>
            </a:r>
            <a:r>
              <a:rPr lang="en-GB"/>
              <a:t> </a:t>
            </a:r>
            <a:r>
              <a:rPr lang="en-GB" err="1"/>
              <a:t>tation</a:t>
            </a:r>
            <a:r>
              <a:rPr lang="en-GB"/>
              <a:t> </a:t>
            </a:r>
            <a:r>
              <a:rPr lang="en-GB" err="1"/>
              <a:t>ullamcorper</a:t>
            </a:r>
            <a:r>
              <a:rPr lang="en-GB"/>
              <a:t> </a:t>
            </a:r>
            <a:r>
              <a:rPr lang="en-GB" err="1"/>
              <a:t>suscipit</a:t>
            </a:r>
            <a:r>
              <a:rPr lang="en-GB"/>
              <a:t> </a:t>
            </a:r>
            <a:r>
              <a:rPr lang="en-GB" err="1"/>
              <a:t>lobortis</a:t>
            </a:r>
            <a:r>
              <a:rPr lang="en-GB"/>
              <a:t> </a:t>
            </a:r>
            <a:r>
              <a:rPr lang="en-GB" err="1"/>
              <a:t>nisl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aliquip</a:t>
            </a:r>
            <a:r>
              <a:rPr lang="en-GB"/>
              <a:t> ex </a:t>
            </a:r>
            <a:r>
              <a:rPr lang="en-GB" err="1"/>
              <a:t>ea</a:t>
            </a:r>
            <a:r>
              <a:rPr lang="en-GB"/>
              <a:t> </a:t>
            </a:r>
            <a:r>
              <a:rPr lang="en-GB" err="1"/>
              <a:t>commodo</a:t>
            </a:r>
            <a:r>
              <a:rPr lang="en-GB"/>
              <a:t> </a:t>
            </a:r>
            <a:r>
              <a:rPr lang="en-GB" err="1"/>
              <a:t>consequat</a:t>
            </a:r>
            <a:r>
              <a:rPr lang="en-GB"/>
              <a:t>. Duis autem </a:t>
            </a:r>
            <a:r>
              <a:rPr lang="en-GB" err="1"/>
              <a:t>vel</a:t>
            </a:r>
            <a:r>
              <a:rPr lang="en-GB"/>
              <a:t> </a:t>
            </a:r>
            <a:r>
              <a:rPr lang="en-GB" err="1"/>
              <a:t>eum</a:t>
            </a:r>
            <a:r>
              <a:rPr lang="en-GB"/>
              <a:t> </a:t>
            </a:r>
            <a:r>
              <a:rPr lang="en-GB" err="1"/>
              <a:t>iriure</a:t>
            </a:r>
            <a:r>
              <a:rPr lang="en-GB"/>
              <a:t> </a:t>
            </a:r>
            <a:r>
              <a:rPr lang="en-GB" err="1"/>
              <a:t>dolor</a:t>
            </a:r>
            <a:r>
              <a:rPr lang="en-GB"/>
              <a:t> in </a:t>
            </a:r>
            <a:r>
              <a:rPr lang="en-GB" err="1"/>
              <a:t>hendrerit</a:t>
            </a:r>
            <a:r>
              <a:rPr lang="en-GB"/>
              <a:t> in </a:t>
            </a:r>
            <a:r>
              <a:rPr lang="en-GB" err="1"/>
              <a:t>vulputate</a:t>
            </a:r>
            <a:r>
              <a:rPr lang="en-GB"/>
              <a:t> </a:t>
            </a:r>
            <a:r>
              <a:rPr lang="en-GB" err="1"/>
              <a:t>velit</a:t>
            </a:r>
            <a:r>
              <a:rPr lang="en-GB"/>
              <a:t> </a:t>
            </a:r>
            <a:r>
              <a:rPr lang="en-GB" err="1"/>
              <a:t>esse</a:t>
            </a:r>
            <a:r>
              <a:rPr lang="en-GB"/>
              <a:t> </a:t>
            </a:r>
            <a:r>
              <a:rPr lang="en-GB" err="1"/>
              <a:t>molestie</a:t>
            </a:r>
            <a:r>
              <a:rPr lang="en-GB"/>
              <a:t> </a:t>
            </a:r>
            <a:r>
              <a:rPr lang="en-GB" err="1"/>
              <a:t>consequat</a:t>
            </a:r>
            <a:r>
              <a:rPr lang="en-GB"/>
              <a:t>, </a:t>
            </a:r>
            <a:r>
              <a:rPr lang="en-GB" err="1"/>
              <a:t>vel</a:t>
            </a:r>
            <a:r>
              <a:rPr lang="en-GB"/>
              <a:t> illum dolore </a:t>
            </a:r>
            <a:r>
              <a:rPr lang="en-GB" err="1"/>
              <a:t>eu</a:t>
            </a:r>
            <a:r>
              <a:rPr lang="en-GB"/>
              <a:t> </a:t>
            </a:r>
            <a:r>
              <a:rPr lang="en-GB" err="1"/>
              <a:t>feugiat</a:t>
            </a:r>
            <a:r>
              <a:rPr lang="en-GB"/>
              <a:t> </a:t>
            </a:r>
            <a:r>
              <a:rPr lang="en-GB" err="1"/>
              <a:t>nulla</a:t>
            </a:r>
            <a:r>
              <a:rPr lang="en-GB"/>
              <a:t> </a:t>
            </a:r>
            <a:r>
              <a:rPr lang="en-GB" err="1"/>
              <a:t>facilisis</a:t>
            </a:r>
            <a:r>
              <a:rPr lang="en-GB"/>
              <a:t> at </a:t>
            </a:r>
            <a:r>
              <a:rPr lang="en-GB" err="1"/>
              <a:t>vero</a:t>
            </a:r>
            <a:r>
              <a:rPr lang="en-GB"/>
              <a:t> eros et </a:t>
            </a:r>
            <a:r>
              <a:rPr lang="en-GB" err="1"/>
              <a:t>accumsan</a:t>
            </a:r>
            <a:r>
              <a:rPr lang="en-GB"/>
              <a:t> et </a:t>
            </a:r>
            <a:r>
              <a:rPr lang="en-GB" err="1"/>
              <a:t>iusto</a:t>
            </a:r>
            <a:r>
              <a:rPr lang="en-GB"/>
              <a:t> </a:t>
            </a:r>
            <a:r>
              <a:rPr lang="en-GB" err="1"/>
              <a:t>odio</a:t>
            </a:r>
            <a:r>
              <a:rPr lang="en-GB"/>
              <a:t> </a:t>
            </a:r>
            <a:r>
              <a:rPr lang="en-GB" err="1"/>
              <a:t>dignissim</a:t>
            </a:r>
            <a:r>
              <a:rPr lang="en-GB"/>
              <a:t> qui </a:t>
            </a:r>
            <a:r>
              <a:rPr lang="en-GB" err="1"/>
              <a:t>blandit</a:t>
            </a:r>
            <a:r>
              <a:rPr lang="en-GB"/>
              <a:t> </a:t>
            </a:r>
            <a:r>
              <a:rPr lang="en-GB" err="1"/>
              <a:t>praesent</a:t>
            </a:r>
            <a:r>
              <a:rPr lang="en-GB"/>
              <a:t> </a:t>
            </a:r>
            <a:r>
              <a:rPr lang="en-GB" err="1"/>
              <a:t>luptatum</a:t>
            </a:r>
            <a:r>
              <a:rPr lang="en-GB"/>
              <a:t> </a:t>
            </a:r>
            <a:r>
              <a:rPr lang="en-GB" err="1"/>
              <a:t>zzril</a:t>
            </a:r>
            <a:r>
              <a:rPr lang="en-GB"/>
              <a:t> </a:t>
            </a:r>
            <a:r>
              <a:rPr lang="en-GB" err="1"/>
              <a:t>delenit</a:t>
            </a:r>
            <a:r>
              <a:rPr lang="en-GB"/>
              <a:t> </a:t>
            </a:r>
            <a:r>
              <a:rPr lang="en-GB" err="1"/>
              <a:t>augue</a:t>
            </a:r>
            <a:r>
              <a:rPr lang="en-GB"/>
              <a:t> </a:t>
            </a:r>
            <a:r>
              <a:rPr lang="en-GB" err="1"/>
              <a:t>duis</a:t>
            </a:r>
            <a:r>
              <a:rPr lang="en-GB"/>
              <a:t> dolore </a:t>
            </a:r>
            <a:r>
              <a:rPr lang="en-GB" err="1"/>
              <a:t>te</a:t>
            </a:r>
            <a:r>
              <a:rPr lang="en-GB"/>
              <a:t> </a:t>
            </a:r>
            <a:r>
              <a:rPr lang="en-GB" err="1"/>
              <a:t>feugait</a:t>
            </a:r>
            <a:r>
              <a:rPr lang="en-GB"/>
              <a:t> </a:t>
            </a:r>
            <a:r>
              <a:rPr lang="en-GB" err="1"/>
              <a:t>nulla</a:t>
            </a:r>
            <a:r>
              <a:rPr lang="en-GB"/>
              <a:t> </a:t>
            </a:r>
            <a:r>
              <a:rPr lang="en-GB" err="1"/>
              <a:t>facilisi</a:t>
            </a:r>
            <a:r>
              <a:rPr lang="en-GB"/>
              <a:t>.</a:t>
            </a:r>
          </a:p>
          <a:p>
            <a:pPr lvl="0"/>
            <a:endParaRPr lang="en-GB"/>
          </a:p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cons </a:t>
            </a:r>
            <a:r>
              <a:rPr lang="en-GB" err="1"/>
              <a:t>ectetuer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diam</a:t>
            </a:r>
            <a:r>
              <a:rPr lang="en-GB"/>
              <a:t> </a:t>
            </a:r>
            <a:r>
              <a:rPr lang="en-GB" err="1"/>
              <a:t>nonummy</a:t>
            </a:r>
            <a:r>
              <a:rPr lang="en-GB"/>
              <a:t> </a:t>
            </a:r>
            <a:r>
              <a:rPr lang="en-GB" err="1"/>
              <a:t>nibh</a:t>
            </a:r>
            <a:r>
              <a:rPr lang="en-GB"/>
              <a:t> </a:t>
            </a:r>
            <a:r>
              <a:rPr lang="en-GB" err="1"/>
              <a:t>euismod</a:t>
            </a:r>
            <a:r>
              <a:rPr lang="en-GB"/>
              <a:t> </a:t>
            </a:r>
            <a:r>
              <a:rPr lang="en-GB" err="1"/>
              <a:t>tincidunt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laoreet</a:t>
            </a:r>
            <a:r>
              <a:rPr lang="en-GB"/>
              <a:t> dolore magna </a:t>
            </a:r>
            <a:r>
              <a:rPr lang="en-GB" err="1"/>
              <a:t>aliquam</a:t>
            </a:r>
            <a:r>
              <a:rPr lang="en-GB"/>
              <a:t> </a:t>
            </a:r>
            <a:r>
              <a:rPr lang="en-GB" err="1"/>
              <a:t>erat</a:t>
            </a:r>
            <a:r>
              <a:rPr lang="en-GB"/>
              <a:t> </a:t>
            </a:r>
            <a:r>
              <a:rPr lang="en-GB" err="1"/>
              <a:t>volutpat</a:t>
            </a:r>
            <a:r>
              <a:rPr lang="en-GB"/>
              <a:t>. Ut </a:t>
            </a:r>
            <a:r>
              <a:rPr lang="en-GB" err="1"/>
              <a:t>wisi</a:t>
            </a:r>
            <a:r>
              <a:rPr lang="en-GB"/>
              <a:t>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</a:t>
            </a:r>
            <a:r>
              <a:rPr lang="en-GB" err="1"/>
              <a:t>exerci</a:t>
            </a:r>
            <a:r>
              <a:rPr lang="en-GB"/>
              <a:t> </a:t>
            </a:r>
            <a:r>
              <a:rPr lang="en-GB" err="1"/>
              <a:t>tation</a:t>
            </a:r>
            <a:r>
              <a:rPr lang="en-GB"/>
              <a:t> </a:t>
            </a:r>
            <a:r>
              <a:rPr lang="en-GB" err="1"/>
              <a:t>ullamcorper</a:t>
            </a:r>
            <a:r>
              <a:rPr lang="en-GB"/>
              <a:t> </a:t>
            </a:r>
            <a:r>
              <a:rPr lang="en-GB" err="1"/>
              <a:t>suscipit</a:t>
            </a:r>
            <a:r>
              <a:rPr lang="en-GB"/>
              <a:t> </a:t>
            </a:r>
            <a:r>
              <a:rPr lang="en-GB" err="1"/>
              <a:t>lobortis</a:t>
            </a:r>
            <a:r>
              <a:rPr lang="en-GB"/>
              <a:t> </a:t>
            </a:r>
            <a:r>
              <a:rPr lang="en-GB" err="1"/>
              <a:t>nisl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aliquip</a:t>
            </a:r>
            <a:r>
              <a:rPr lang="en-GB"/>
              <a:t> ex </a:t>
            </a:r>
            <a:r>
              <a:rPr lang="en-GB" err="1"/>
              <a:t>ea</a:t>
            </a:r>
            <a:r>
              <a:rPr lang="en-GB"/>
              <a:t> </a:t>
            </a:r>
            <a:r>
              <a:rPr lang="en-GB" err="1"/>
              <a:t>commodo</a:t>
            </a:r>
            <a:r>
              <a:rPr lang="en-GB"/>
              <a:t> </a:t>
            </a:r>
            <a:r>
              <a:rPr lang="en-GB" err="1"/>
              <a:t>consequat</a:t>
            </a:r>
            <a:r>
              <a:rPr lang="en-GB"/>
              <a:t>.</a:t>
            </a:r>
          </a:p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consectetuer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diam</a:t>
            </a:r>
            <a:r>
              <a:rPr lang="en-GB"/>
              <a:t> </a:t>
            </a:r>
            <a:r>
              <a:rPr lang="en-GB" err="1"/>
              <a:t>nonummy</a:t>
            </a:r>
            <a:r>
              <a:rPr lang="en-GB"/>
              <a:t> </a:t>
            </a:r>
            <a:r>
              <a:rPr lang="en-GB" err="1"/>
              <a:t>nibh</a:t>
            </a:r>
            <a:r>
              <a:rPr lang="en-GB"/>
              <a:t> </a:t>
            </a:r>
            <a:r>
              <a:rPr lang="en-GB" err="1"/>
              <a:t>euismod</a:t>
            </a:r>
            <a:r>
              <a:rPr lang="en-GB"/>
              <a:t> </a:t>
            </a:r>
            <a:r>
              <a:rPr lang="en-GB" err="1"/>
              <a:t>tincidunt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laoreet</a:t>
            </a:r>
            <a:r>
              <a:rPr lang="en-GB"/>
              <a:t> dolore magna </a:t>
            </a:r>
            <a:r>
              <a:rPr lang="en-GB" err="1"/>
              <a:t>aliquam</a:t>
            </a:r>
            <a:r>
              <a:rPr lang="en-GB"/>
              <a:t> </a:t>
            </a:r>
            <a:r>
              <a:rPr lang="en-GB" err="1"/>
              <a:t>erat</a:t>
            </a:r>
            <a:r>
              <a:rPr lang="en-GB"/>
              <a:t> </a:t>
            </a:r>
            <a:r>
              <a:rPr lang="en-GB" err="1"/>
              <a:t>volutpat</a:t>
            </a:r>
            <a:r>
              <a:rPr lang="en-GB"/>
              <a:t>. </a:t>
            </a:r>
          </a:p>
          <a:p>
            <a:pPr lvl="0"/>
            <a:endParaRPr lang="en-GB"/>
          </a:p>
          <a:p>
            <a:pPr lvl="0"/>
            <a:r>
              <a:rPr lang="en-GB"/>
              <a:t>Ut </a:t>
            </a:r>
            <a:r>
              <a:rPr lang="en-GB" err="1"/>
              <a:t>wisi</a:t>
            </a:r>
            <a:r>
              <a:rPr lang="en-GB"/>
              <a:t>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</a:t>
            </a:r>
            <a:r>
              <a:rPr lang="en-GB" err="1"/>
              <a:t>exerci</a:t>
            </a:r>
            <a:r>
              <a:rPr lang="en-GB"/>
              <a:t> </a:t>
            </a:r>
            <a:r>
              <a:rPr lang="en-GB" err="1"/>
              <a:t>tation</a:t>
            </a:r>
            <a:r>
              <a:rPr lang="en-GB"/>
              <a:t> </a:t>
            </a:r>
            <a:r>
              <a:rPr lang="en-GB" err="1"/>
              <a:t>ullamcorper</a:t>
            </a:r>
            <a:r>
              <a:rPr lang="en-GB"/>
              <a:t> </a:t>
            </a:r>
            <a:r>
              <a:rPr lang="en-GB" err="1"/>
              <a:t>suscipit</a:t>
            </a:r>
            <a:r>
              <a:rPr lang="en-GB"/>
              <a:t> </a:t>
            </a:r>
            <a:r>
              <a:rPr lang="en-GB" err="1"/>
              <a:t>lobortis</a:t>
            </a:r>
            <a:r>
              <a:rPr lang="en-GB"/>
              <a:t> </a:t>
            </a:r>
            <a:r>
              <a:rPr lang="en-GB" err="1"/>
              <a:t>nisl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aliquip</a:t>
            </a:r>
            <a:r>
              <a:rPr lang="en-GB"/>
              <a:t> ex </a:t>
            </a:r>
            <a:r>
              <a:rPr lang="en-GB" err="1"/>
              <a:t>ea</a:t>
            </a:r>
            <a:r>
              <a:rPr lang="en-GB"/>
              <a:t> </a:t>
            </a:r>
            <a:r>
              <a:rPr lang="en-GB" err="1"/>
              <a:t>commodo</a:t>
            </a:r>
            <a:r>
              <a:rPr lang="en-GB"/>
              <a:t> </a:t>
            </a:r>
            <a:r>
              <a:rPr lang="en-GB" err="1"/>
              <a:t>consequat</a:t>
            </a:r>
            <a:r>
              <a:rPr lang="en-GB"/>
              <a:t>. Duis autem </a:t>
            </a:r>
            <a:r>
              <a:rPr lang="en-GB" err="1"/>
              <a:t>vel</a:t>
            </a:r>
            <a:r>
              <a:rPr lang="en-GB"/>
              <a:t> </a:t>
            </a:r>
            <a:r>
              <a:rPr lang="en-GB" err="1"/>
              <a:t>eum</a:t>
            </a:r>
            <a:r>
              <a:rPr lang="en-GB"/>
              <a:t> </a:t>
            </a:r>
            <a:r>
              <a:rPr lang="en-GB" err="1"/>
              <a:t>iriure</a:t>
            </a:r>
            <a:r>
              <a:rPr lang="en-GB"/>
              <a:t> </a:t>
            </a:r>
            <a:r>
              <a:rPr lang="en-GB" err="1"/>
              <a:t>dolor</a:t>
            </a:r>
            <a:r>
              <a:rPr lang="en-GB"/>
              <a:t> in </a:t>
            </a:r>
            <a:r>
              <a:rPr lang="en-GB" err="1"/>
              <a:t>hendrerit</a:t>
            </a:r>
            <a:r>
              <a:rPr lang="en-GB"/>
              <a:t> in </a:t>
            </a:r>
            <a:r>
              <a:rPr lang="en-GB" err="1"/>
              <a:t>vulputate</a:t>
            </a:r>
            <a:r>
              <a:rPr lang="en-GB"/>
              <a:t> </a:t>
            </a:r>
            <a:r>
              <a:rPr lang="en-GB" err="1"/>
              <a:t>velit</a:t>
            </a:r>
            <a:r>
              <a:rPr lang="en-GB"/>
              <a:t> </a:t>
            </a:r>
            <a:r>
              <a:rPr lang="en-GB" err="1"/>
              <a:t>esse</a:t>
            </a:r>
            <a:r>
              <a:rPr lang="en-GB"/>
              <a:t> </a:t>
            </a:r>
            <a:r>
              <a:rPr lang="en-GB" err="1"/>
              <a:t>molestie</a:t>
            </a:r>
            <a:r>
              <a:rPr lang="en-GB"/>
              <a:t> </a:t>
            </a:r>
            <a:r>
              <a:rPr lang="en-GB" err="1"/>
              <a:t>consequat</a:t>
            </a:r>
            <a:r>
              <a:rPr lang="en-GB"/>
              <a:t>, </a:t>
            </a:r>
            <a:r>
              <a:rPr lang="en-GB" err="1"/>
              <a:t>vel</a:t>
            </a:r>
            <a:r>
              <a:rPr lang="en-GB"/>
              <a:t> illum dolore </a:t>
            </a:r>
            <a:r>
              <a:rPr lang="en-GB" err="1"/>
              <a:t>eu</a:t>
            </a:r>
            <a:r>
              <a:rPr lang="en-GB"/>
              <a:t> </a:t>
            </a:r>
            <a:r>
              <a:rPr lang="en-GB" err="1"/>
              <a:t>feugiat</a:t>
            </a:r>
            <a:r>
              <a:rPr lang="en-GB"/>
              <a:t> </a:t>
            </a:r>
            <a:r>
              <a:rPr lang="en-GB" err="1"/>
              <a:t>nulla</a:t>
            </a:r>
            <a:r>
              <a:rPr lang="en-GB"/>
              <a:t> </a:t>
            </a:r>
            <a:r>
              <a:rPr lang="en-GB" err="1"/>
              <a:t>facilisis</a:t>
            </a:r>
            <a:r>
              <a:rPr lang="en-GB"/>
              <a:t> at </a:t>
            </a:r>
            <a:r>
              <a:rPr lang="en-GB" err="1"/>
              <a:t>vero</a:t>
            </a:r>
            <a:r>
              <a:rPr lang="en-GB"/>
              <a:t> eros et </a:t>
            </a:r>
            <a:r>
              <a:rPr lang="en-GB" err="1"/>
              <a:t>accumsan</a:t>
            </a:r>
            <a:r>
              <a:rPr lang="en-GB"/>
              <a:t> et </a:t>
            </a:r>
            <a:r>
              <a:rPr lang="en-GB" err="1"/>
              <a:t>iusto</a:t>
            </a:r>
            <a:r>
              <a:rPr lang="en-GB"/>
              <a:t> </a:t>
            </a:r>
            <a:r>
              <a:rPr lang="en-GB" err="1"/>
              <a:t>odio</a:t>
            </a:r>
            <a:r>
              <a:rPr lang="en-GB"/>
              <a:t> </a:t>
            </a:r>
            <a:r>
              <a:rPr lang="en-GB" err="1"/>
              <a:t>dignissim</a:t>
            </a:r>
            <a:r>
              <a:rPr lang="en-GB"/>
              <a:t> qui </a:t>
            </a:r>
            <a:r>
              <a:rPr lang="en-GB" err="1"/>
              <a:t>blandit</a:t>
            </a:r>
            <a:r>
              <a:rPr lang="en-GB"/>
              <a:t> </a:t>
            </a:r>
            <a:r>
              <a:rPr lang="en-GB" err="1"/>
              <a:t>praesent</a:t>
            </a:r>
            <a:r>
              <a:rPr lang="en-GB"/>
              <a:t> </a:t>
            </a:r>
            <a:r>
              <a:rPr lang="en-GB" err="1"/>
              <a:t>luptatum</a:t>
            </a:r>
            <a:r>
              <a:rPr lang="en-GB"/>
              <a:t> </a:t>
            </a:r>
            <a:r>
              <a:rPr lang="en-GB" err="1"/>
              <a:t>zzril</a:t>
            </a:r>
            <a:r>
              <a:rPr lang="en-GB"/>
              <a:t> </a:t>
            </a:r>
            <a:r>
              <a:rPr lang="en-GB" err="1"/>
              <a:t>delenit</a:t>
            </a:r>
            <a:r>
              <a:rPr lang="en-GB"/>
              <a:t> </a:t>
            </a:r>
            <a:r>
              <a:rPr lang="en-GB" err="1"/>
              <a:t>augue</a:t>
            </a:r>
            <a:r>
              <a:rPr lang="en-GB"/>
              <a:t> </a:t>
            </a:r>
            <a:r>
              <a:rPr lang="en-GB" err="1"/>
              <a:t>duis</a:t>
            </a:r>
            <a:r>
              <a:rPr lang="en-GB"/>
              <a:t> dolore </a:t>
            </a:r>
            <a:r>
              <a:rPr lang="en-GB" err="1"/>
              <a:t>te</a:t>
            </a:r>
            <a:r>
              <a:rPr lang="en-GB"/>
              <a:t> </a:t>
            </a:r>
            <a:r>
              <a:rPr lang="en-GB" err="1"/>
              <a:t>feugait</a:t>
            </a:r>
            <a:r>
              <a:rPr lang="en-GB"/>
              <a:t> </a:t>
            </a:r>
            <a:r>
              <a:rPr lang="en-GB" err="1"/>
              <a:t>nulla</a:t>
            </a:r>
            <a:r>
              <a:rPr lang="en-GB"/>
              <a:t> </a:t>
            </a:r>
            <a:r>
              <a:rPr lang="en-GB" err="1"/>
              <a:t>facilisi</a:t>
            </a:r>
            <a:endParaRPr lang="en-GB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44BD04C8-9269-1464-3702-F09303AC48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248713" y="12325313"/>
            <a:ext cx="1311938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aseline="0">
                <a:solidFill>
                  <a:srgbClr val="6D6E71"/>
                </a:solidFill>
                <a:latin typeface="Arial" panose="020B0604020202020204" pitchFamily="34" charset="0"/>
              </a:defRPr>
            </a:lvl1pPr>
          </a:lstStyle>
          <a:p>
            <a:fld id="{6F20388C-88B2-7C4D-899F-D87B4267A8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766331-2DED-2D9E-0CE3-7B6246ABEB88}"/>
              </a:ext>
            </a:extLst>
          </p:cNvPr>
          <p:cNvSpPr/>
          <p:nvPr userDrawn="1"/>
        </p:nvSpPr>
        <p:spPr>
          <a:xfrm>
            <a:off x="1025297" y="1025564"/>
            <a:ext cx="22327056" cy="11664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98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8B4E8E5-B50D-A0E7-E11B-D6E34F699A4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182437" y="68906"/>
            <a:ext cx="3112103" cy="450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4087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7EEF9-946F-A91D-BDFD-F61A55E23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D66D3-6901-11A4-0713-0B29DC3E2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6DF11-9050-4BDA-3ED9-8CE265A5F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E24CA-049A-41C5-8223-E6EC566D6F1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205EC-F37A-C1B8-72B1-BDDD3CCF1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AF786-8710-D425-058C-183285C0F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284D3-0538-4A5F-B034-D6BC5D3AA7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47011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779659-0396-E072-41EB-E0D0549BC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E24CA-049A-41C5-8223-E6EC566D6F1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995D87-8777-E861-FAFA-6A1429957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61865-85E7-82D8-0C69-9AD9256C3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284D3-0538-4A5F-B034-D6BC5D3AA7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2062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5964" y="730259"/>
            <a:ext cx="21025723" cy="2651126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5964" y="3651250"/>
            <a:ext cx="21025723" cy="8702676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22848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4" r:id="rId1"/>
    <p:sldLayoutId id="2147484018" r:id="rId2"/>
    <p:sldLayoutId id="2147484019" r:id="rId3"/>
    <p:sldLayoutId id="2147484020" r:id="rId4"/>
    <p:sldLayoutId id="2147484021" r:id="rId5"/>
    <p:sldLayoutId id="2147484023" r:id="rId6"/>
    <p:sldLayoutId id="2147484022" r:id="rId7"/>
    <p:sldLayoutId id="2147484040" r:id="rId8"/>
    <p:sldLayoutId id="2147484041" r:id="rId9"/>
    <p:sldLayoutId id="2147484043" r:id="rId10"/>
    <p:sldLayoutId id="2147484044" r:id="rId11"/>
    <p:sldLayoutId id="2147484046" r:id="rId12"/>
    <p:sldLayoutId id="2147484047" r:id="rId13"/>
  </p:sldLayoutIdLst>
  <p:hf hdr="0" ftr="0" dt="0"/>
  <p:txStyles>
    <p:titleStyle>
      <a:lvl1pPr algn="ctr" defTabSz="1828434" rtl="0" eaLnBrk="1" latinLnBrk="0" hangingPunct="1">
        <a:lnSpc>
          <a:spcPct val="90000"/>
        </a:lnSpc>
        <a:spcBef>
          <a:spcPct val="0"/>
        </a:spcBef>
        <a:buNone/>
        <a:defRPr lang="en-US" sz="8000" b="1" i="0" kern="1200" spc="-100" baseline="0">
          <a:solidFill>
            <a:schemeClr val="tx2"/>
          </a:solidFill>
          <a:latin typeface="Heebo" pitchFamily="2" charset="-79"/>
          <a:ea typeface="Open Sans Light" panose="020B0306030504020204" pitchFamily="34" charset="0"/>
          <a:cs typeface="Heebo" pitchFamily="2" charset="-79"/>
        </a:defRPr>
      </a:lvl1pPr>
    </p:titleStyle>
    <p:bodyStyle>
      <a:lvl1pPr marL="457109" indent="-457109" algn="l" defTabSz="1828434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lang="en-US" sz="4400" b="0" i="0" kern="1200" spc="-30" baseline="0" dirty="0" smtClean="0">
          <a:solidFill>
            <a:schemeClr val="tx1"/>
          </a:solidFill>
          <a:effectLst/>
          <a:latin typeface="Heebo" pitchFamily="2" charset="-79"/>
          <a:ea typeface="Open Sans Light" panose="020B0306030504020204" pitchFamily="34" charset="0"/>
          <a:cs typeface="Open Sans" charset="0"/>
        </a:defRPr>
      </a:lvl1pPr>
      <a:lvl2pPr marL="1371326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3600" b="0" i="0" kern="1200" spc="-30" baseline="0" dirty="0" smtClean="0">
          <a:solidFill>
            <a:schemeClr val="tx1"/>
          </a:solidFill>
          <a:effectLst/>
          <a:latin typeface="Heebo" pitchFamily="2" charset="-79"/>
          <a:ea typeface="Open Sans Light" panose="020B0306030504020204" pitchFamily="34" charset="0"/>
          <a:cs typeface="Open Sans" charset="0"/>
        </a:defRPr>
      </a:lvl2pPr>
      <a:lvl3pPr marL="2285543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3200" b="0" i="0" kern="1200" spc="-30" baseline="0" dirty="0" smtClean="0">
          <a:solidFill>
            <a:schemeClr val="tx1"/>
          </a:solidFill>
          <a:effectLst/>
          <a:latin typeface="Heebo" pitchFamily="2" charset="-79"/>
          <a:ea typeface="Open Sans Light" panose="020B0306030504020204" pitchFamily="34" charset="0"/>
          <a:cs typeface="Open Sans" charset="0"/>
        </a:defRPr>
      </a:lvl3pPr>
      <a:lvl4pPr marL="3199760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800" b="0" i="0" kern="1200" spc="-30" baseline="0" dirty="0" smtClean="0">
          <a:solidFill>
            <a:schemeClr val="tx1"/>
          </a:solidFill>
          <a:effectLst/>
          <a:latin typeface="Heebo" pitchFamily="2" charset="-79"/>
          <a:ea typeface="Open Sans Light" panose="020B0306030504020204" pitchFamily="34" charset="0"/>
          <a:cs typeface="Open Sans" charset="0"/>
        </a:defRPr>
      </a:lvl4pPr>
      <a:lvl5pPr marL="4113977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800" b="0" i="0" kern="1200" spc="-30" baseline="0" dirty="0">
          <a:solidFill>
            <a:schemeClr val="tx1"/>
          </a:solidFill>
          <a:effectLst/>
          <a:latin typeface="Heebo" pitchFamily="2" charset="-79"/>
          <a:ea typeface="Open Sans Light" panose="020B0306030504020204" pitchFamily="34" charset="0"/>
          <a:cs typeface="Open Sans" charset="0"/>
        </a:defRPr>
      </a:lvl5pPr>
      <a:lvl6pPr marL="5028194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2411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6628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0846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217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434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2651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6868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086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5303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399520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3737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958">
          <p15:clr>
            <a:srgbClr val="A4A3A4"/>
          </p15:clr>
        </p15:guide>
        <p15:guide id="2" orient="horz" pos="480">
          <p15:clr>
            <a:srgbClr val="A4A3A4"/>
          </p15:clr>
        </p15:guide>
        <p15:guide id="3" pos="14398">
          <p15:clr>
            <a:srgbClr val="A4A3A4"/>
          </p15:clr>
        </p15:guide>
        <p15:guide id="5" orient="horz" pos="4320" userDrawn="1">
          <p15:clr>
            <a:srgbClr val="A4A3A4"/>
          </p15:clr>
        </p15:guide>
        <p15:guide id="6" orient="horz" pos="7997" userDrawn="1">
          <p15:clr>
            <a:srgbClr val="A4A3A4"/>
          </p15:clr>
        </p15:guide>
        <p15:guide id="7" pos="7678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fif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jpeg"/><Relationship Id="rId4" Type="http://schemas.openxmlformats.org/officeDocument/2006/relationships/image" Target="../media/image2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3.jpeg"/><Relationship Id="rId4" Type="http://schemas.openxmlformats.org/officeDocument/2006/relationships/image" Target="../media/image2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jpeg"/><Relationship Id="rId5" Type="http://schemas.openxmlformats.org/officeDocument/2006/relationships/image" Target="../media/image23.jpeg"/><Relationship Id="rId4" Type="http://schemas.openxmlformats.org/officeDocument/2006/relationships/image" Target="../media/image2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jpeg"/><Relationship Id="rId5" Type="http://schemas.openxmlformats.org/officeDocument/2006/relationships/image" Target="../media/image23.jpeg"/><Relationship Id="rId4" Type="http://schemas.openxmlformats.org/officeDocument/2006/relationships/image" Target="../media/image2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jpeg"/><Relationship Id="rId5" Type="http://schemas.openxmlformats.org/officeDocument/2006/relationships/image" Target="../media/image23.jpeg"/><Relationship Id="rId4" Type="http://schemas.openxmlformats.org/officeDocument/2006/relationships/image" Target="../media/image21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7.png"/><Relationship Id="rId7" Type="http://schemas.openxmlformats.org/officeDocument/2006/relationships/image" Target="../media/image2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jpeg"/><Relationship Id="rId5" Type="http://schemas.openxmlformats.org/officeDocument/2006/relationships/image" Target="../media/image23.jpeg"/><Relationship Id="rId4" Type="http://schemas.openxmlformats.org/officeDocument/2006/relationships/image" Target="../media/image21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7.png"/><Relationship Id="rId7" Type="http://schemas.openxmlformats.org/officeDocument/2006/relationships/image" Target="../media/image2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jpeg"/><Relationship Id="rId5" Type="http://schemas.openxmlformats.org/officeDocument/2006/relationships/image" Target="../media/image23.jpeg"/><Relationship Id="rId4" Type="http://schemas.openxmlformats.org/officeDocument/2006/relationships/image" Target="../media/image21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7.png"/><Relationship Id="rId7" Type="http://schemas.openxmlformats.org/officeDocument/2006/relationships/image" Target="../media/image2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jpeg"/><Relationship Id="rId5" Type="http://schemas.openxmlformats.org/officeDocument/2006/relationships/image" Target="../media/image23.jpeg"/><Relationship Id="rId4" Type="http://schemas.openxmlformats.org/officeDocument/2006/relationships/image" Target="../media/image21.jpeg"/><Relationship Id="rId9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7.png"/><Relationship Id="rId7" Type="http://schemas.openxmlformats.org/officeDocument/2006/relationships/image" Target="../media/image2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jpeg"/><Relationship Id="rId5" Type="http://schemas.openxmlformats.org/officeDocument/2006/relationships/image" Target="../media/image23.jpeg"/><Relationship Id="rId4" Type="http://schemas.openxmlformats.org/officeDocument/2006/relationships/image" Target="../media/image21.jpeg"/><Relationship Id="rId9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7.png"/><Relationship Id="rId7" Type="http://schemas.openxmlformats.org/officeDocument/2006/relationships/image" Target="../media/image2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jpeg"/><Relationship Id="rId5" Type="http://schemas.openxmlformats.org/officeDocument/2006/relationships/image" Target="../media/image23.jpeg"/><Relationship Id="rId10" Type="http://schemas.openxmlformats.org/officeDocument/2006/relationships/image" Target="../media/image31.png"/><Relationship Id="rId4" Type="http://schemas.openxmlformats.org/officeDocument/2006/relationships/image" Target="../media/image21.jpeg"/><Relationship Id="rId9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7.png"/><Relationship Id="rId7" Type="http://schemas.openxmlformats.org/officeDocument/2006/relationships/image" Target="../media/image2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jpeg"/><Relationship Id="rId5" Type="http://schemas.openxmlformats.org/officeDocument/2006/relationships/image" Target="../media/image23.jpeg"/><Relationship Id="rId10" Type="http://schemas.openxmlformats.org/officeDocument/2006/relationships/image" Target="../media/image32.png"/><Relationship Id="rId4" Type="http://schemas.openxmlformats.org/officeDocument/2006/relationships/image" Target="../media/image21.jpeg"/><Relationship Id="rId9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3.jpe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31D6774-CBF9-FC3D-4606-442C52AC3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032" y="-120770"/>
            <a:ext cx="24395682" cy="13957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690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object on a black background&#10;&#10;Description automatically generated">
            <a:extLst>
              <a:ext uri="{FF2B5EF4-FFF2-40B4-BE49-F238E27FC236}">
                <a16:creationId xmlns:a16="http://schemas.microsoft.com/office/drawing/2014/main" id="{82C04917-78E4-3D30-53A5-C7C667FCEEC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9132928">
            <a:off x="1475851" y="-261430"/>
            <a:ext cx="8321791" cy="7609682"/>
          </a:xfrm>
          <a:prstGeom prst="rect">
            <a:avLst/>
          </a:prstGeom>
          <a:effectLst>
            <a:softEdge rad="85196"/>
          </a:effectLst>
        </p:spPr>
      </p:pic>
      <p:pic>
        <p:nvPicPr>
          <p:cNvPr id="6" name="Picture 5" descr="A white object on a black background&#10;&#10;Description automatically generated">
            <a:extLst>
              <a:ext uri="{FF2B5EF4-FFF2-40B4-BE49-F238E27FC236}">
                <a16:creationId xmlns:a16="http://schemas.microsoft.com/office/drawing/2014/main" id="{233F09CB-C631-FF0B-8691-6BFABDC6DE9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307142">
            <a:off x="20901066" y="10948193"/>
            <a:ext cx="4924598" cy="4503192"/>
          </a:xfrm>
          <a:prstGeom prst="rect">
            <a:avLst/>
          </a:prstGeom>
          <a:effectLst>
            <a:softEdge rad="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949F59-8B70-4649-5377-623412E45DDA}"/>
              </a:ext>
            </a:extLst>
          </p:cNvPr>
          <p:cNvSpPr txBox="1"/>
          <p:nvPr/>
        </p:nvSpPr>
        <p:spPr>
          <a:xfrm>
            <a:off x="2806957" y="8970221"/>
            <a:ext cx="10859561" cy="10871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lnSpc>
                <a:spcPct val="136000"/>
              </a:lnSpc>
              <a:spcBef>
                <a:spcPts val="1200"/>
              </a:spcBef>
              <a:spcAft>
                <a:spcPts val="0"/>
              </a:spcAft>
              <a:defRPr sz="2500">
                <a:latin typeface="Montserrat" pitchFamily="2" charset="77"/>
              </a:defRPr>
            </a:lvl1pPr>
            <a:lvl2pPr marL="1371326" lvl="1" indent="-457109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Font typeface="Arial" panose="020B0604020202020204" pitchFamily="34" charset="0"/>
              <a:buNone/>
              <a:defRPr sz="7500" b="0" i="0" spc="-30" baseline="0">
                <a:effectLst/>
                <a:latin typeface="Montserrat" pitchFamily="2" charset="77"/>
                <a:ea typeface="Open Sans Light" panose="020B0306030504020204" pitchFamily="34" charset="0"/>
                <a:cs typeface="Open Sans Light" charset="0"/>
              </a:defRPr>
            </a:lvl2pPr>
            <a:lvl3pPr marL="2285543" lvl="2" indent="-457109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Font typeface="Arial" panose="020B0604020202020204" pitchFamily="34" charset="0"/>
              <a:buNone/>
              <a:defRPr sz="7500" b="0" i="0" spc="-30" baseline="0">
                <a:effectLst/>
                <a:latin typeface="Montserrat" pitchFamily="2" charset="77"/>
                <a:ea typeface="Open Sans Light" panose="020B0306030504020204" pitchFamily="34" charset="0"/>
                <a:cs typeface="Open Sans Light" charset="0"/>
              </a:defRPr>
            </a:lvl3pPr>
            <a:lvl4pPr marL="3199760" lvl="3" indent="-457109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Font typeface="Arial" panose="020B0604020202020204" pitchFamily="34" charset="0"/>
              <a:buNone/>
              <a:defRPr sz="7500" b="0" i="0" spc="-30" baseline="0">
                <a:effectLst/>
                <a:latin typeface="Montserrat" pitchFamily="2" charset="77"/>
                <a:ea typeface="Open Sans Light" panose="020B0306030504020204" pitchFamily="34" charset="0"/>
                <a:cs typeface="Open Sans Light" charset="0"/>
              </a:defRPr>
            </a:lvl4pPr>
            <a:lvl5pPr marL="4113977" lvl="4" indent="-457109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Font typeface="Arial" panose="020B0604020202020204" pitchFamily="34" charset="0"/>
              <a:buNone/>
              <a:defRPr sz="7500" b="0" i="0" spc="-30" baseline="0">
                <a:effectLst/>
                <a:latin typeface="Montserrat" pitchFamily="2" charset="77"/>
                <a:ea typeface="Open Sans Light" panose="020B0306030504020204" pitchFamily="34" charset="0"/>
                <a:cs typeface="Open Sans Light" charset="0"/>
              </a:defRPr>
            </a:lvl5pPr>
            <a:lvl6pPr marL="5028194" lvl="5" indent="-457109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Font typeface="Arial" panose="020B0604020202020204" pitchFamily="34" charset="0"/>
              <a:buNone/>
              <a:defRPr sz="7500"/>
            </a:lvl6pPr>
            <a:lvl7pPr marL="5942411" lvl="6" indent="-457109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Font typeface="Arial" panose="020B0604020202020204" pitchFamily="34" charset="0"/>
              <a:buNone/>
              <a:defRPr sz="7500"/>
            </a:lvl7pPr>
            <a:lvl8pPr marL="6856628" lvl="7" indent="-457109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Font typeface="Arial" panose="020B0604020202020204" pitchFamily="34" charset="0"/>
              <a:buNone/>
              <a:defRPr sz="7500"/>
            </a:lvl8pPr>
            <a:lvl9pPr marL="7770846" lvl="8" indent="-457109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Font typeface="Arial" panose="020B0604020202020204" pitchFamily="34" charset="0"/>
              <a:buNone/>
              <a:defRPr sz="7500"/>
            </a:lvl9pPr>
          </a:lstStyle>
          <a:p>
            <a:r>
              <a:rPr lang="en-US" dirty="0"/>
              <a:t>Driving smarter plants by digitizing production data into real‑time, tamper‑proof insights.</a:t>
            </a:r>
          </a:p>
        </p:txBody>
      </p:sp>
      <p:pic>
        <p:nvPicPr>
          <p:cNvPr id="8" name="Picture 7" descr="A red and black logo&#10;&#10;AI-generated content may be incorrect.">
            <a:extLst>
              <a:ext uri="{FF2B5EF4-FFF2-40B4-BE49-F238E27FC236}">
                <a16:creationId xmlns:a16="http://schemas.microsoft.com/office/drawing/2014/main" id="{5338377B-7CAA-C820-D166-2CCB4811195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1523" y="516211"/>
            <a:ext cx="4962410" cy="7269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F8499E0-2285-3182-FA85-7BF6D3F8E6F5}"/>
              </a:ext>
            </a:extLst>
          </p:cNvPr>
          <p:cNvSpPr txBox="1"/>
          <p:nvPr/>
        </p:nvSpPr>
        <p:spPr>
          <a:xfrm>
            <a:off x="-3031374" y="7467638"/>
            <a:ext cx="24269607" cy="132343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 algn="r">
              <a:defRPr sz="7200">
                <a:solidFill>
                  <a:schemeClr val="tx2"/>
                </a:solidFill>
                <a:latin typeface="Heebo Medium" pitchFamily="2" charset="-79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r>
              <a:rPr lang="en-US" sz="8000" b="1" dirty="0">
                <a:solidFill>
                  <a:srgbClr val="FFFFFF"/>
                </a:solidFill>
                <a:latin typeface="Montserrat" panose="00000500000000000000" pitchFamily="2" charset="0"/>
              </a:rPr>
              <a:t>Digitization for Peripheral Systems</a:t>
            </a:r>
          </a:p>
        </p:txBody>
      </p:sp>
    </p:spTree>
    <p:extLst>
      <p:ext uri="{BB962C8B-B14F-4D97-AF65-F5344CB8AC3E}">
        <p14:creationId xmlns:p14="http://schemas.microsoft.com/office/powerpoint/2010/main" val="26463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646D5-9B0C-ED5C-114A-C0AA23A0E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9826" y="652357"/>
            <a:ext cx="8734929" cy="2436601"/>
          </a:xfrm>
        </p:spPr>
        <p:txBody>
          <a:bodyPr anchor="b">
            <a:normAutofit fontScale="90000"/>
          </a:bodyPr>
          <a:lstStyle/>
          <a:p>
            <a:r>
              <a:rPr lang="en-US" sz="7198" dirty="0"/>
              <a:t>The Past Approach - Third-Party Solutions</a:t>
            </a:r>
            <a:endParaRPr lang="en-IN" sz="7198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D9324-B435-1E6C-025F-387965619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7837" y="5806032"/>
            <a:ext cx="8946919" cy="6639606"/>
          </a:xfrm>
        </p:spPr>
        <p:txBody>
          <a:bodyPr>
            <a:normAutofit/>
          </a:bodyPr>
          <a:lstStyle/>
          <a:p>
            <a:r>
              <a:rPr lang="en-US" sz="4399" b="1" dirty="0"/>
              <a:t>Approach:</a:t>
            </a:r>
            <a:r>
              <a:rPr lang="en-US" sz="4399" dirty="0"/>
              <a:t> One problem statement, one distinct software solution.</a:t>
            </a:r>
          </a:p>
          <a:p>
            <a:r>
              <a:rPr lang="en-US" sz="4399" b="1" dirty="0"/>
              <a:t>Challenges:</a:t>
            </a:r>
            <a:r>
              <a:rPr lang="en-US" sz="4399" dirty="0"/>
              <a:t> 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399" dirty="0"/>
              <a:t> Processes adjusted to in built standard software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399" dirty="0"/>
              <a:t>Lack of flexibility, high lead time.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399" dirty="0"/>
              <a:t> Development cost involved. </a:t>
            </a:r>
          </a:p>
          <a:p>
            <a:pPr marL="914171" lvl="1" indent="0">
              <a:buNone/>
            </a:pPr>
            <a:endParaRPr lang="en-IN" sz="4399" dirty="0"/>
          </a:p>
          <a:p>
            <a:pPr marL="0" indent="0">
              <a:buNone/>
            </a:pPr>
            <a:endParaRPr lang="en-IN" sz="4399" dirty="0"/>
          </a:p>
        </p:txBody>
      </p:sp>
      <p:pic>
        <p:nvPicPr>
          <p:cNvPr id="5" name="Picture 4" descr="A group of people standing around a group of monitors&#10;&#10;AI-generated content may be incorrect.">
            <a:extLst>
              <a:ext uri="{FF2B5EF4-FFF2-40B4-BE49-F238E27FC236}">
                <a16:creationId xmlns:a16="http://schemas.microsoft.com/office/drawing/2014/main" id="{7F3B89EA-41E7-9768-2A80-0B9C374585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>
            <a:fillRect/>
          </a:stretch>
        </p:blipFill>
        <p:spPr>
          <a:xfrm>
            <a:off x="10623684" y="1806"/>
            <a:ext cx="13753967" cy="13712408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24724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DABD7-BA5D-A40B-D7A7-450E232C2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9826" y="652355"/>
            <a:ext cx="8734929" cy="3912663"/>
          </a:xfrm>
        </p:spPr>
        <p:txBody>
          <a:bodyPr anchor="b">
            <a:normAutofit/>
          </a:bodyPr>
          <a:lstStyle/>
          <a:p>
            <a:r>
              <a:rPr lang="en-US" sz="7598" dirty="0"/>
              <a:t>Formation of In-House Digitization Team</a:t>
            </a:r>
            <a:endParaRPr lang="en-IN" sz="7598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FA28E-D73E-496F-6AFC-2DE9A55CB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9828" y="5746088"/>
            <a:ext cx="8484968" cy="6639606"/>
          </a:xfrm>
        </p:spPr>
        <p:txBody>
          <a:bodyPr>
            <a:normAutofit/>
          </a:bodyPr>
          <a:lstStyle/>
          <a:p>
            <a:r>
              <a:rPr lang="en-US" sz="4399" b="1" dirty="0"/>
              <a:t>Solution:</a:t>
            </a:r>
            <a:r>
              <a:rPr lang="en-US" sz="4399" dirty="0"/>
              <a:t> Developed applications in-house.</a:t>
            </a:r>
          </a:p>
          <a:p>
            <a:r>
              <a:rPr lang="en-US" sz="4399" b="1" dirty="0"/>
              <a:t>Benefits:</a:t>
            </a:r>
            <a:r>
              <a:rPr lang="en-US" sz="4399" dirty="0"/>
              <a:t> 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399" dirty="0"/>
              <a:t>Software built around existing workflows.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399" dirty="0"/>
              <a:t>More control, faster results, cost savings.</a:t>
            </a:r>
          </a:p>
          <a:p>
            <a:pPr marL="0" indent="0">
              <a:buNone/>
            </a:pPr>
            <a:endParaRPr lang="en-US" sz="4399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C817AC8-2ACF-E1DF-5C8F-D4928D72FA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>
            <a:fillRect/>
          </a:stretch>
        </p:blipFill>
        <p:spPr bwMode="auto">
          <a:xfrm>
            <a:off x="10340523" y="-277465"/>
            <a:ext cx="14034084" cy="13991679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4990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9C1D4-5EED-2CD4-FAD7-B607D546C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9826" y="652355"/>
            <a:ext cx="8734929" cy="3912663"/>
          </a:xfrm>
        </p:spPr>
        <p:txBody>
          <a:bodyPr anchor="b">
            <a:normAutofit/>
          </a:bodyPr>
          <a:lstStyle/>
          <a:p>
            <a:r>
              <a:rPr lang="en-US" sz="7598" dirty="0"/>
              <a:t>The New Challenge - Siloed In-House Solutions</a:t>
            </a:r>
            <a:endParaRPr lang="en-IN" sz="7598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AC24D-9517-AD36-1272-FF4826BEB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9828" y="5746088"/>
            <a:ext cx="8484968" cy="6639606"/>
          </a:xfrm>
        </p:spPr>
        <p:txBody>
          <a:bodyPr>
            <a:normAutofit/>
          </a:bodyPr>
          <a:lstStyle/>
          <a:p>
            <a:r>
              <a:rPr lang="en-US" sz="4399" b="1"/>
              <a:t>Realization:</a:t>
            </a:r>
            <a:r>
              <a:rPr lang="en-US" sz="4399"/>
              <a:t> Still one application per problem.</a:t>
            </a:r>
          </a:p>
          <a:p>
            <a:pPr marL="0" indent="0">
              <a:buNone/>
            </a:pPr>
            <a:endParaRPr lang="en-US" sz="4399"/>
          </a:p>
          <a:p>
            <a:r>
              <a:rPr lang="en-US" sz="4399" b="1"/>
              <a:t>Issue:</a:t>
            </a:r>
            <a:r>
              <a:rPr lang="en-US" sz="4399"/>
              <a:t> Siloed solutions, lack of centralization.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817272A-D72E-4098-2F60-79B066218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2"/>
          <a:stretch>
            <a:fillRect/>
          </a:stretch>
        </p:blipFill>
        <p:spPr bwMode="auto">
          <a:xfrm>
            <a:off x="10620639" y="1806"/>
            <a:ext cx="13753967" cy="13712408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1872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7412A-426A-B549-E780-239710E79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9826" y="652355"/>
            <a:ext cx="8734929" cy="3912663"/>
          </a:xfrm>
        </p:spPr>
        <p:txBody>
          <a:bodyPr vert="horz" lIns="182832" tIns="91416" rIns="182832" bIns="91416" rtlCol="0" anchor="b">
            <a:normAutofit/>
          </a:bodyPr>
          <a:lstStyle/>
          <a:p>
            <a:r>
              <a:rPr lang="en-US" sz="7598" dirty="0"/>
              <a:t>Introducing the Plant Dashboard: Our Integrated Core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A8537A-312E-C071-AD7F-77358ED5D3B4}"/>
              </a:ext>
            </a:extLst>
          </p:cNvPr>
          <p:cNvSpPr txBox="1"/>
          <p:nvPr/>
        </p:nvSpPr>
        <p:spPr>
          <a:xfrm>
            <a:off x="511158" y="7004035"/>
            <a:ext cx="8484968" cy="4889348"/>
          </a:xfrm>
          <a:prstGeom prst="rect">
            <a:avLst/>
          </a:prstGeom>
        </p:spPr>
        <p:txBody>
          <a:bodyPr vert="horz" lIns="182832" tIns="91416" rIns="182832" bIns="91416" rtlCol="0">
            <a:normAutofit/>
          </a:bodyPr>
          <a:lstStyle/>
          <a:p>
            <a:pPr lvl="1" indent="-457086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4399" b="1" dirty="0"/>
              <a:t>The New Concept: </a:t>
            </a:r>
            <a:r>
              <a:rPr lang="en-US" sz="4399" dirty="0"/>
              <a:t>Multiple problem statements within a single, unified platform.</a:t>
            </a:r>
          </a:p>
        </p:txBody>
      </p:sp>
      <p:pic>
        <p:nvPicPr>
          <p:cNvPr id="4" name="Picture 3" descr="A diagram of a plant dashboard&#10;&#10;AI-generated content may be incorrect.">
            <a:extLst>
              <a:ext uri="{FF2B5EF4-FFF2-40B4-BE49-F238E27FC236}">
                <a16:creationId xmlns:a16="http://schemas.microsoft.com/office/drawing/2014/main" id="{BD414769-9183-2121-7DB2-EED6D394EC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" b="165"/>
          <a:stretch>
            <a:fillRect/>
          </a:stretch>
        </p:blipFill>
        <p:spPr>
          <a:xfrm>
            <a:off x="10620639" y="1806"/>
            <a:ext cx="13753967" cy="13712408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399572F-790F-E417-D458-FB1684DE7A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10452" y="5210993"/>
            <a:ext cx="6120726" cy="324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6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74BD556-1BEF-F990-099C-0613E415D3FD}"/>
              </a:ext>
            </a:extLst>
          </p:cNvPr>
          <p:cNvSpPr/>
          <p:nvPr/>
        </p:nvSpPr>
        <p:spPr>
          <a:xfrm>
            <a:off x="619677" y="5552256"/>
            <a:ext cx="23138296" cy="707392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1533D2DD-4B01-F182-D8AD-9B1AF35E321E}"/>
              </a:ext>
            </a:extLst>
          </p:cNvPr>
          <p:cNvSpPr txBox="1"/>
          <p:nvPr/>
        </p:nvSpPr>
        <p:spPr>
          <a:xfrm>
            <a:off x="7899246" y="2641309"/>
            <a:ext cx="8579158" cy="126630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dirty="0"/>
              <a:t>What We Do</a:t>
            </a:r>
          </a:p>
        </p:txBody>
      </p:sp>
      <p:pic>
        <p:nvPicPr>
          <p:cNvPr id="9" name="Picture 8" descr="A red and black logo&#10;&#10;AI-generated content may be incorrect.">
            <a:extLst>
              <a:ext uri="{FF2B5EF4-FFF2-40B4-BE49-F238E27FC236}">
                <a16:creationId xmlns:a16="http://schemas.microsoft.com/office/drawing/2014/main" id="{D83851AB-1CFC-CA88-2A79-F1FEA9926AE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1523" y="516211"/>
            <a:ext cx="4962410" cy="726930"/>
          </a:xfrm>
          <a:prstGeom prst="rect">
            <a:avLst/>
          </a:prstGeom>
        </p:spPr>
      </p:pic>
      <p:sp>
        <p:nvSpPr>
          <p:cNvPr id="26" name="TITLE">
            <a:extLst>
              <a:ext uri="{FF2B5EF4-FFF2-40B4-BE49-F238E27FC236}">
                <a16:creationId xmlns:a16="http://schemas.microsoft.com/office/drawing/2014/main" id="{F698C496-32F6-74CE-64A6-93C63D70DA35}"/>
              </a:ext>
            </a:extLst>
          </p:cNvPr>
          <p:cNvSpPr txBox="1"/>
          <p:nvPr/>
        </p:nvSpPr>
        <p:spPr>
          <a:xfrm>
            <a:off x="533725" y="6930783"/>
            <a:ext cx="4377731" cy="127284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3600" dirty="0"/>
              <a:t>Software Architecture</a:t>
            </a:r>
          </a:p>
        </p:txBody>
      </p:sp>
      <p:sp>
        <p:nvSpPr>
          <p:cNvPr id="27" name="TITLE">
            <a:extLst>
              <a:ext uri="{FF2B5EF4-FFF2-40B4-BE49-F238E27FC236}">
                <a16:creationId xmlns:a16="http://schemas.microsoft.com/office/drawing/2014/main" id="{DD9E0B2F-A464-F1B7-45E1-1A7140E672CE}"/>
              </a:ext>
            </a:extLst>
          </p:cNvPr>
          <p:cNvSpPr txBox="1"/>
          <p:nvPr/>
        </p:nvSpPr>
        <p:spPr>
          <a:xfrm>
            <a:off x="19151839" y="6991690"/>
            <a:ext cx="4377731" cy="127284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3600" dirty="0"/>
              <a:t>Internet of Things</a:t>
            </a:r>
          </a:p>
        </p:txBody>
      </p:sp>
      <p:sp>
        <p:nvSpPr>
          <p:cNvPr id="28" name="TITLE">
            <a:extLst>
              <a:ext uri="{FF2B5EF4-FFF2-40B4-BE49-F238E27FC236}">
                <a16:creationId xmlns:a16="http://schemas.microsoft.com/office/drawing/2014/main" id="{EC180D40-5899-F9EA-F9D1-7CD7817BA836}"/>
              </a:ext>
            </a:extLst>
          </p:cNvPr>
          <p:cNvSpPr txBox="1"/>
          <p:nvPr/>
        </p:nvSpPr>
        <p:spPr>
          <a:xfrm>
            <a:off x="8548843" y="6853891"/>
            <a:ext cx="4187832" cy="127284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3600" dirty="0"/>
              <a:t>ML and Analytics</a:t>
            </a:r>
          </a:p>
        </p:txBody>
      </p:sp>
      <p:sp>
        <p:nvSpPr>
          <p:cNvPr id="29" name="TITLE">
            <a:extLst>
              <a:ext uri="{FF2B5EF4-FFF2-40B4-BE49-F238E27FC236}">
                <a16:creationId xmlns:a16="http://schemas.microsoft.com/office/drawing/2014/main" id="{CF615E69-41B1-470D-556C-48903E438047}"/>
              </a:ext>
            </a:extLst>
          </p:cNvPr>
          <p:cNvSpPr txBox="1"/>
          <p:nvPr/>
        </p:nvSpPr>
        <p:spPr>
          <a:xfrm>
            <a:off x="12190818" y="6851527"/>
            <a:ext cx="4377731" cy="127284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3600" dirty="0"/>
              <a:t>Software Development</a:t>
            </a:r>
          </a:p>
        </p:txBody>
      </p:sp>
      <p:sp>
        <p:nvSpPr>
          <p:cNvPr id="30" name="TITLE">
            <a:extLst>
              <a:ext uri="{FF2B5EF4-FFF2-40B4-BE49-F238E27FC236}">
                <a16:creationId xmlns:a16="http://schemas.microsoft.com/office/drawing/2014/main" id="{1F88E834-A53A-E1D4-2C0B-DA6733D96887}"/>
              </a:ext>
            </a:extLst>
          </p:cNvPr>
          <p:cNvSpPr txBox="1"/>
          <p:nvPr/>
        </p:nvSpPr>
        <p:spPr>
          <a:xfrm>
            <a:off x="15645277" y="7026067"/>
            <a:ext cx="4377731" cy="6634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3600" dirty="0"/>
              <a:t>Testing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A9EE129-10E6-3A79-6484-E2B8E2ADD9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2599" y="8766016"/>
            <a:ext cx="2136721" cy="213672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C4F2C0F3-180D-A131-4697-828F13ECCF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53229" y="9007809"/>
            <a:ext cx="1774949" cy="1774949"/>
          </a:xfrm>
          <a:prstGeom prst="rect">
            <a:avLst/>
          </a:prstGeom>
        </p:spPr>
      </p:pic>
      <p:pic>
        <p:nvPicPr>
          <p:cNvPr id="42" name="Picture 41" descr="A white line drawing of a brain&#10;&#10;AI-generated content may be incorrect.">
            <a:extLst>
              <a:ext uri="{FF2B5EF4-FFF2-40B4-BE49-F238E27FC236}">
                <a16:creationId xmlns:a16="http://schemas.microsoft.com/office/drawing/2014/main" id="{091EB6CA-16F1-BC67-A245-7CC25A0B1338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9088" y="8633881"/>
            <a:ext cx="2136721" cy="2136721"/>
          </a:xfrm>
          <a:prstGeom prst="rect">
            <a:avLst/>
          </a:prstGeom>
        </p:spPr>
      </p:pic>
      <p:pic>
        <p:nvPicPr>
          <p:cNvPr id="44" name="Picture 43" descr="A white line drawing of a computer screen&#10;&#10;AI-generated content may be incorrect.">
            <a:extLst>
              <a:ext uri="{FF2B5EF4-FFF2-40B4-BE49-F238E27FC236}">
                <a16:creationId xmlns:a16="http://schemas.microsoft.com/office/drawing/2014/main" id="{CE16A04B-2068-A516-20C9-9A6A8F25D917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6735" y="8247671"/>
            <a:ext cx="2598542" cy="2598542"/>
          </a:xfrm>
          <a:prstGeom prst="rect">
            <a:avLst/>
          </a:prstGeom>
        </p:spPr>
      </p:pic>
      <p:pic>
        <p:nvPicPr>
          <p:cNvPr id="48" name="Picture 47" descr="A white line drawing of a gear and check marks&#10;&#10;AI-generated content may be incorrect.">
            <a:extLst>
              <a:ext uri="{FF2B5EF4-FFF2-40B4-BE49-F238E27FC236}">
                <a16:creationId xmlns:a16="http://schemas.microsoft.com/office/drawing/2014/main" id="{812BA2D3-9FF5-5DF1-EA4D-E320F224FAC7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4602" y="8665178"/>
            <a:ext cx="2043854" cy="2043854"/>
          </a:xfrm>
          <a:prstGeom prst="rect">
            <a:avLst/>
          </a:prstGeom>
        </p:spPr>
      </p:pic>
      <p:pic>
        <p:nvPicPr>
          <p:cNvPr id="50" name="Picture 49" descr="A white and black logo&#10;&#10;AI-generated content may be incorrect.">
            <a:extLst>
              <a:ext uri="{FF2B5EF4-FFF2-40B4-BE49-F238E27FC236}">
                <a16:creationId xmlns:a16="http://schemas.microsoft.com/office/drawing/2014/main" id="{8A058BDA-E400-D83D-EEB0-FFB78BFBB6C1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7410" y="8546726"/>
            <a:ext cx="2136721" cy="2136721"/>
          </a:xfrm>
          <a:prstGeom prst="rect">
            <a:avLst/>
          </a:prstGeom>
        </p:spPr>
      </p:pic>
      <p:sp>
        <p:nvSpPr>
          <p:cNvPr id="53" name="TITLE">
            <a:extLst>
              <a:ext uri="{FF2B5EF4-FFF2-40B4-BE49-F238E27FC236}">
                <a16:creationId xmlns:a16="http://schemas.microsoft.com/office/drawing/2014/main" id="{C36D6A0D-4732-FBEF-53F4-EC8D12BF80B8}"/>
              </a:ext>
            </a:extLst>
          </p:cNvPr>
          <p:cNvSpPr txBox="1"/>
          <p:nvPr/>
        </p:nvSpPr>
        <p:spPr>
          <a:xfrm>
            <a:off x="4782242" y="6845259"/>
            <a:ext cx="4187832" cy="127284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3600" dirty="0"/>
              <a:t>Android App development</a:t>
            </a:r>
          </a:p>
        </p:txBody>
      </p:sp>
    </p:spTree>
    <p:extLst>
      <p:ext uri="{BB962C8B-B14F-4D97-AF65-F5344CB8AC3E}">
        <p14:creationId xmlns:p14="http://schemas.microsoft.com/office/powerpoint/2010/main" val="3805730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6344E7-1689-2308-A5AA-05905D672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32"/>
            <a:ext cx="24377650" cy="1369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432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red and black logo&#10;&#10;AI-generated content may be incorrect.">
            <a:extLst>
              <a:ext uri="{FF2B5EF4-FFF2-40B4-BE49-F238E27FC236}">
                <a16:creationId xmlns:a16="http://schemas.microsoft.com/office/drawing/2014/main" id="{02973793-617F-EE59-0316-6AF261EBF1C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1523" y="516211"/>
            <a:ext cx="4962410" cy="726930"/>
          </a:xfrm>
          <a:prstGeom prst="rect">
            <a:avLst/>
          </a:prstGeom>
        </p:spPr>
      </p:pic>
      <p:sp>
        <p:nvSpPr>
          <p:cNvPr id="11" name="TITLE">
            <a:extLst>
              <a:ext uri="{FF2B5EF4-FFF2-40B4-BE49-F238E27FC236}">
                <a16:creationId xmlns:a16="http://schemas.microsoft.com/office/drawing/2014/main" id="{94826A39-12B0-F621-2503-B72FFF9D7915}"/>
              </a:ext>
            </a:extLst>
          </p:cNvPr>
          <p:cNvSpPr txBox="1"/>
          <p:nvPr/>
        </p:nvSpPr>
        <p:spPr>
          <a:xfrm>
            <a:off x="0" y="-1006129"/>
            <a:ext cx="11160000" cy="251895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dirty="0"/>
              <a:t>F26 – Project-Timeline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3F368F0-2E1C-6047-DB03-913A712E4E16}"/>
              </a:ext>
            </a:extLst>
          </p:cNvPr>
          <p:cNvCxnSpPr>
            <a:cxnSpLocks/>
          </p:cNvCxnSpPr>
          <p:nvPr/>
        </p:nvCxnSpPr>
        <p:spPr>
          <a:xfrm>
            <a:off x="993239" y="2655059"/>
            <a:ext cx="22582378" cy="0"/>
          </a:xfrm>
          <a:prstGeom prst="line">
            <a:avLst/>
          </a:prstGeom>
          <a:ln w="38100">
            <a:prstDash val="lg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TextBox 5">
            <a:extLst>
              <a:ext uri="{FF2B5EF4-FFF2-40B4-BE49-F238E27FC236}">
                <a16:creationId xmlns:a16="http://schemas.microsoft.com/office/drawing/2014/main" id="{D7995662-C737-DD34-2569-3A83B831F9DE}"/>
              </a:ext>
            </a:extLst>
          </p:cNvPr>
          <p:cNvSpPr txBox="1"/>
          <p:nvPr/>
        </p:nvSpPr>
        <p:spPr>
          <a:xfrm>
            <a:off x="993239" y="2066067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April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5" name="TextBox 5">
            <a:extLst>
              <a:ext uri="{FF2B5EF4-FFF2-40B4-BE49-F238E27FC236}">
                <a16:creationId xmlns:a16="http://schemas.microsoft.com/office/drawing/2014/main" id="{257E3C12-84D5-7B08-FCAE-BBD2B016FD70}"/>
              </a:ext>
            </a:extLst>
          </p:cNvPr>
          <p:cNvSpPr txBox="1"/>
          <p:nvPr/>
        </p:nvSpPr>
        <p:spPr>
          <a:xfrm>
            <a:off x="5538735" y="2066066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May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6" name="TextBox 5">
            <a:extLst>
              <a:ext uri="{FF2B5EF4-FFF2-40B4-BE49-F238E27FC236}">
                <a16:creationId xmlns:a16="http://schemas.microsoft.com/office/drawing/2014/main" id="{3CE8C7A4-27F3-8184-D3A0-3E4DC29F5B7C}"/>
              </a:ext>
            </a:extLst>
          </p:cNvPr>
          <p:cNvSpPr txBox="1"/>
          <p:nvPr/>
        </p:nvSpPr>
        <p:spPr>
          <a:xfrm>
            <a:off x="9713170" y="2066067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June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7" name="TextBox 5">
            <a:extLst>
              <a:ext uri="{FF2B5EF4-FFF2-40B4-BE49-F238E27FC236}">
                <a16:creationId xmlns:a16="http://schemas.microsoft.com/office/drawing/2014/main" id="{70DA7AA8-C4DC-393D-C865-697C1FA02D85}"/>
              </a:ext>
            </a:extLst>
          </p:cNvPr>
          <p:cNvSpPr txBox="1"/>
          <p:nvPr/>
        </p:nvSpPr>
        <p:spPr>
          <a:xfrm>
            <a:off x="13887605" y="2066065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July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8" name="TextBox 5">
            <a:extLst>
              <a:ext uri="{FF2B5EF4-FFF2-40B4-BE49-F238E27FC236}">
                <a16:creationId xmlns:a16="http://schemas.microsoft.com/office/drawing/2014/main" id="{591B6123-0D1A-4F0D-7C88-635939CFF24C}"/>
              </a:ext>
            </a:extLst>
          </p:cNvPr>
          <p:cNvSpPr txBox="1"/>
          <p:nvPr/>
        </p:nvSpPr>
        <p:spPr>
          <a:xfrm>
            <a:off x="18433101" y="2066064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August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9" name="TextBox 5">
            <a:extLst>
              <a:ext uri="{FF2B5EF4-FFF2-40B4-BE49-F238E27FC236}">
                <a16:creationId xmlns:a16="http://schemas.microsoft.com/office/drawing/2014/main" id="{D249D8E1-CF3F-109A-E7AF-634592841CAC}"/>
              </a:ext>
            </a:extLst>
          </p:cNvPr>
          <p:cNvSpPr txBox="1"/>
          <p:nvPr/>
        </p:nvSpPr>
        <p:spPr>
          <a:xfrm>
            <a:off x="22714594" y="2066067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Sep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897C136-90FC-DD19-52DB-1C48CA9B88AF}"/>
              </a:ext>
            </a:extLst>
          </p:cNvPr>
          <p:cNvCxnSpPr>
            <a:cxnSpLocks/>
          </p:cNvCxnSpPr>
          <p:nvPr/>
        </p:nvCxnSpPr>
        <p:spPr>
          <a:xfrm>
            <a:off x="993239" y="8139457"/>
            <a:ext cx="22582378" cy="0"/>
          </a:xfrm>
          <a:prstGeom prst="line">
            <a:avLst/>
          </a:prstGeom>
          <a:ln w="38100">
            <a:prstDash val="lg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TextBox 5">
            <a:extLst>
              <a:ext uri="{FF2B5EF4-FFF2-40B4-BE49-F238E27FC236}">
                <a16:creationId xmlns:a16="http://schemas.microsoft.com/office/drawing/2014/main" id="{D2213366-2C5A-9211-5329-0CE7DCE506E5}"/>
              </a:ext>
            </a:extLst>
          </p:cNvPr>
          <p:cNvSpPr txBox="1"/>
          <p:nvPr/>
        </p:nvSpPr>
        <p:spPr>
          <a:xfrm>
            <a:off x="993239" y="7550465"/>
            <a:ext cx="16439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October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2" name="TextBox 5">
            <a:extLst>
              <a:ext uri="{FF2B5EF4-FFF2-40B4-BE49-F238E27FC236}">
                <a16:creationId xmlns:a16="http://schemas.microsoft.com/office/drawing/2014/main" id="{90210801-D6B6-502A-543A-D80AD9AC221F}"/>
              </a:ext>
            </a:extLst>
          </p:cNvPr>
          <p:cNvSpPr txBox="1"/>
          <p:nvPr/>
        </p:nvSpPr>
        <p:spPr>
          <a:xfrm>
            <a:off x="5538734" y="7550464"/>
            <a:ext cx="1955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November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3" name="TextBox 5">
            <a:extLst>
              <a:ext uri="{FF2B5EF4-FFF2-40B4-BE49-F238E27FC236}">
                <a16:creationId xmlns:a16="http://schemas.microsoft.com/office/drawing/2014/main" id="{82B8F094-B83A-E539-522B-881BB144C7AF}"/>
              </a:ext>
            </a:extLst>
          </p:cNvPr>
          <p:cNvSpPr txBox="1"/>
          <p:nvPr/>
        </p:nvSpPr>
        <p:spPr>
          <a:xfrm>
            <a:off x="9713170" y="7550465"/>
            <a:ext cx="2094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December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4" name="TextBox 5">
            <a:extLst>
              <a:ext uri="{FF2B5EF4-FFF2-40B4-BE49-F238E27FC236}">
                <a16:creationId xmlns:a16="http://schemas.microsoft.com/office/drawing/2014/main" id="{545C1A5C-AB27-3A94-725A-1194213295D2}"/>
              </a:ext>
            </a:extLst>
          </p:cNvPr>
          <p:cNvSpPr txBox="1"/>
          <p:nvPr/>
        </p:nvSpPr>
        <p:spPr>
          <a:xfrm>
            <a:off x="14222222" y="7550463"/>
            <a:ext cx="1796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January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5" name="TextBox 5">
            <a:extLst>
              <a:ext uri="{FF2B5EF4-FFF2-40B4-BE49-F238E27FC236}">
                <a16:creationId xmlns:a16="http://schemas.microsoft.com/office/drawing/2014/main" id="{A307C448-EBD4-35B9-B7F6-11552D4D0482}"/>
              </a:ext>
            </a:extLst>
          </p:cNvPr>
          <p:cNvSpPr txBox="1"/>
          <p:nvPr/>
        </p:nvSpPr>
        <p:spPr>
          <a:xfrm>
            <a:off x="18433101" y="7550462"/>
            <a:ext cx="1955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February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6" name="TextBox 5">
            <a:extLst>
              <a:ext uri="{FF2B5EF4-FFF2-40B4-BE49-F238E27FC236}">
                <a16:creationId xmlns:a16="http://schemas.microsoft.com/office/drawing/2014/main" id="{7BA04DAD-17DB-151F-D265-CACB7A68B05A}"/>
              </a:ext>
            </a:extLst>
          </p:cNvPr>
          <p:cNvSpPr txBox="1"/>
          <p:nvPr/>
        </p:nvSpPr>
        <p:spPr>
          <a:xfrm>
            <a:off x="22563992" y="7542564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March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61E8E25-1CFA-B6A4-4123-6607210DCD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427" y="2066064"/>
            <a:ext cx="15606790" cy="9122263"/>
          </a:xfrm>
          <a:prstGeom prst="rect">
            <a:avLst/>
          </a:prstGeom>
          <a:ln>
            <a:noFill/>
          </a:ln>
          <a:effectLst>
            <a:outerShdw blurRad="63500" sx="200000" sy="200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525287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B3491-5A12-429F-BB36-CE5CA43C1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red and black logo&#10;&#10;AI-generated content may be incorrect.">
            <a:extLst>
              <a:ext uri="{FF2B5EF4-FFF2-40B4-BE49-F238E27FC236}">
                <a16:creationId xmlns:a16="http://schemas.microsoft.com/office/drawing/2014/main" id="{081625AB-6B86-868C-1B55-D4EB89D91D1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1523" y="516211"/>
            <a:ext cx="4962410" cy="726930"/>
          </a:xfrm>
          <a:prstGeom prst="rect">
            <a:avLst/>
          </a:prstGeom>
        </p:spPr>
      </p:pic>
      <p:sp>
        <p:nvSpPr>
          <p:cNvPr id="11" name="TITLE">
            <a:extLst>
              <a:ext uri="{FF2B5EF4-FFF2-40B4-BE49-F238E27FC236}">
                <a16:creationId xmlns:a16="http://schemas.microsoft.com/office/drawing/2014/main" id="{0EAADC44-E888-8E19-C431-79058B1B4946}"/>
              </a:ext>
            </a:extLst>
          </p:cNvPr>
          <p:cNvSpPr txBox="1"/>
          <p:nvPr/>
        </p:nvSpPr>
        <p:spPr>
          <a:xfrm>
            <a:off x="0" y="-1006129"/>
            <a:ext cx="11160000" cy="251895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dirty="0"/>
              <a:t>F26 – Project-Timeline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D6837C1-137F-E201-E32C-30D49363178E}"/>
              </a:ext>
            </a:extLst>
          </p:cNvPr>
          <p:cNvCxnSpPr>
            <a:cxnSpLocks/>
          </p:cNvCxnSpPr>
          <p:nvPr/>
        </p:nvCxnSpPr>
        <p:spPr>
          <a:xfrm>
            <a:off x="993239" y="2655059"/>
            <a:ext cx="22582378" cy="0"/>
          </a:xfrm>
          <a:prstGeom prst="line">
            <a:avLst/>
          </a:prstGeom>
          <a:ln w="38100">
            <a:prstDash val="lg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TextBox 5">
            <a:extLst>
              <a:ext uri="{FF2B5EF4-FFF2-40B4-BE49-F238E27FC236}">
                <a16:creationId xmlns:a16="http://schemas.microsoft.com/office/drawing/2014/main" id="{BD01E402-CAB0-04F8-C5B0-8E9A1D689022}"/>
              </a:ext>
            </a:extLst>
          </p:cNvPr>
          <p:cNvSpPr txBox="1"/>
          <p:nvPr/>
        </p:nvSpPr>
        <p:spPr>
          <a:xfrm>
            <a:off x="993239" y="2066067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April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5" name="TextBox 5">
            <a:extLst>
              <a:ext uri="{FF2B5EF4-FFF2-40B4-BE49-F238E27FC236}">
                <a16:creationId xmlns:a16="http://schemas.microsoft.com/office/drawing/2014/main" id="{7E416742-4036-F20A-19DE-D98DA8FC1888}"/>
              </a:ext>
            </a:extLst>
          </p:cNvPr>
          <p:cNvSpPr txBox="1"/>
          <p:nvPr/>
        </p:nvSpPr>
        <p:spPr>
          <a:xfrm>
            <a:off x="5538735" y="2066066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May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6" name="TextBox 5">
            <a:extLst>
              <a:ext uri="{FF2B5EF4-FFF2-40B4-BE49-F238E27FC236}">
                <a16:creationId xmlns:a16="http://schemas.microsoft.com/office/drawing/2014/main" id="{7F8D784A-41C9-3749-E08E-6B8D831637E1}"/>
              </a:ext>
            </a:extLst>
          </p:cNvPr>
          <p:cNvSpPr txBox="1"/>
          <p:nvPr/>
        </p:nvSpPr>
        <p:spPr>
          <a:xfrm>
            <a:off x="9713170" y="2066067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June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7" name="TextBox 5">
            <a:extLst>
              <a:ext uri="{FF2B5EF4-FFF2-40B4-BE49-F238E27FC236}">
                <a16:creationId xmlns:a16="http://schemas.microsoft.com/office/drawing/2014/main" id="{DDBD9DCA-7DC0-BF2F-1CB7-5D57A9CA5EAA}"/>
              </a:ext>
            </a:extLst>
          </p:cNvPr>
          <p:cNvSpPr txBox="1"/>
          <p:nvPr/>
        </p:nvSpPr>
        <p:spPr>
          <a:xfrm>
            <a:off x="13887605" y="2066065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July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8" name="TextBox 5">
            <a:extLst>
              <a:ext uri="{FF2B5EF4-FFF2-40B4-BE49-F238E27FC236}">
                <a16:creationId xmlns:a16="http://schemas.microsoft.com/office/drawing/2014/main" id="{14D24CD3-6C94-C00A-D70B-80146340CADC}"/>
              </a:ext>
            </a:extLst>
          </p:cNvPr>
          <p:cNvSpPr txBox="1"/>
          <p:nvPr/>
        </p:nvSpPr>
        <p:spPr>
          <a:xfrm>
            <a:off x="18433101" y="2066064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August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9" name="TextBox 5">
            <a:extLst>
              <a:ext uri="{FF2B5EF4-FFF2-40B4-BE49-F238E27FC236}">
                <a16:creationId xmlns:a16="http://schemas.microsoft.com/office/drawing/2014/main" id="{E6BDA434-0D8D-BD9A-D900-FF98C31C6922}"/>
              </a:ext>
            </a:extLst>
          </p:cNvPr>
          <p:cNvSpPr txBox="1"/>
          <p:nvPr/>
        </p:nvSpPr>
        <p:spPr>
          <a:xfrm>
            <a:off x="22714594" y="2066067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Sep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8277A98-4E8E-02B5-705F-85422E3B5E40}"/>
              </a:ext>
            </a:extLst>
          </p:cNvPr>
          <p:cNvCxnSpPr>
            <a:cxnSpLocks/>
          </p:cNvCxnSpPr>
          <p:nvPr/>
        </p:nvCxnSpPr>
        <p:spPr>
          <a:xfrm>
            <a:off x="993239" y="8139457"/>
            <a:ext cx="22582378" cy="0"/>
          </a:xfrm>
          <a:prstGeom prst="line">
            <a:avLst/>
          </a:prstGeom>
          <a:ln w="38100">
            <a:prstDash val="lg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TextBox 5">
            <a:extLst>
              <a:ext uri="{FF2B5EF4-FFF2-40B4-BE49-F238E27FC236}">
                <a16:creationId xmlns:a16="http://schemas.microsoft.com/office/drawing/2014/main" id="{5B1388EC-5272-DB9C-244B-EC6663DDEEC7}"/>
              </a:ext>
            </a:extLst>
          </p:cNvPr>
          <p:cNvSpPr txBox="1"/>
          <p:nvPr/>
        </p:nvSpPr>
        <p:spPr>
          <a:xfrm>
            <a:off x="993239" y="7550465"/>
            <a:ext cx="16439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October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2" name="TextBox 5">
            <a:extLst>
              <a:ext uri="{FF2B5EF4-FFF2-40B4-BE49-F238E27FC236}">
                <a16:creationId xmlns:a16="http://schemas.microsoft.com/office/drawing/2014/main" id="{145F7A88-6A20-993B-78F8-813DD9D9E5E8}"/>
              </a:ext>
            </a:extLst>
          </p:cNvPr>
          <p:cNvSpPr txBox="1"/>
          <p:nvPr/>
        </p:nvSpPr>
        <p:spPr>
          <a:xfrm>
            <a:off x="5538734" y="7550464"/>
            <a:ext cx="1955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November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3" name="TextBox 5">
            <a:extLst>
              <a:ext uri="{FF2B5EF4-FFF2-40B4-BE49-F238E27FC236}">
                <a16:creationId xmlns:a16="http://schemas.microsoft.com/office/drawing/2014/main" id="{ED875C67-EB29-5752-17AF-B4301E19AD8C}"/>
              </a:ext>
            </a:extLst>
          </p:cNvPr>
          <p:cNvSpPr txBox="1"/>
          <p:nvPr/>
        </p:nvSpPr>
        <p:spPr>
          <a:xfrm>
            <a:off x="9713170" y="7550465"/>
            <a:ext cx="2094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December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4" name="TextBox 5">
            <a:extLst>
              <a:ext uri="{FF2B5EF4-FFF2-40B4-BE49-F238E27FC236}">
                <a16:creationId xmlns:a16="http://schemas.microsoft.com/office/drawing/2014/main" id="{350B90D2-A85C-20B7-476D-E7A3364A45AF}"/>
              </a:ext>
            </a:extLst>
          </p:cNvPr>
          <p:cNvSpPr txBox="1"/>
          <p:nvPr/>
        </p:nvSpPr>
        <p:spPr>
          <a:xfrm>
            <a:off x="14222222" y="7550463"/>
            <a:ext cx="1796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January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5" name="TextBox 5">
            <a:extLst>
              <a:ext uri="{FF2B5EF4-FFF2-40B4-BE49-F238E27FC236}">
                <a16:creationId xmlns:a16="http://schemas.microsoft.com/office/drawing/2014/main" id="{92A1EA3E-7FE4-6421-08E9-91EF562ADA9B}"/>
              </a:ext>
            </a:extLst>
          </p:cNvPr>
          <p:cNvSpPr txBox="1"/>
          <p:nvPr/>
        </p:nvSpPr>
        <p:spPr>
          <a:xfrm>
            <a:off x="18433101" y="7550462"/>
            <a:ext cx="1955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February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6" name="TextBox 5">
            <a:extLst>
              <a:ext uri="{FF2B5EF4-FFF2-40B4-BE49-F238E27FC236}">
                <a16:creationId xmlns:a16="http://schemas.microsoft.com/office/drawing/2014/main" id="{11B4306E-B7A7-43FB-B655-9D5B9394DDC5}"/>
              </a:ext>
            </a:extLst>
          </p:cNvPr>
          <p:cNvSpPr txBox="1"/>
          <p:nvPr/>
        </p:nvSpPr>
        <p:spPr>
          <a:xfrm>
            <a:off x="22563992" y="7542564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March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59849ED-033C-EB45-E98C-02DA13C01523}"/>
              </a:ext>
            </a:extLst>
          </p:cNvPr>
          <p:cNvSpPr txBox="1"/>
          <p:nvPr/>
        </p:nvSpPr>
        <p:spPr>
          <a:xfrm>
            <a:off x="-596637" y="6519815"/>
            <a:ext cx="8579158" cy="4095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0000"/>
                </a:solidFill>
              </a:rPr>
              <a:t>TRACKSHEET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E9F08EF-3E78-12B8-C884-EA28DE4896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92" y="3210968"/>
            <a:ext cx="5614500" cy="32767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90443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919CC-8A5C-5696-3C7B-1D47000E6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red and black logo&#10;&#10;AI-generated content may be incorrect.">
            <a:extLst>
              <a:ext uri="{FF2B5EF4-FFF2-40B4-BE49-F238E27FC236}">
                <a16:creationId xmlns:a16="http://schemas.microsoft.com/office/drawing/2014/main" id="{044C67FB-2FC0-D950-BD51-FB789A37345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1523" y="516211"/>
            <a:ext cx="4962410" cy="726930"/>
          </a:xfrm>
          <a:prstGeom prst="rect">
            <a:avLst/>
          </a:prstGeom>
        </p:spPr>
      </p:pic>
      <p:sp>
        <p:nvSpPr>
          <p:cNvPr id="11" name="TITLE">
            <a:extLst>
              <a:ext uri="{FF2B5EF4-FFF2-40B4-BE49-F238E27FC236}">
                <a16:creationId xmlns:a16="http://schemas.microsoft.com/office/drawing/2014/main" id="{B376A2F4-F3AC-A36F-9508-206BE79E9EA6}"/>
              </a:ext>
            </a:extLst>
          </p:cNvPr>
          <p:cNvSpPr txBox="1"/>
          <p:nvPr/>
        </p:nvSpPr>
        <p:spPr>
          <a:xfrm>
            <a:off x="0" y="-1006129"/>
            <a:ext cx="11160000" cy="251895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dirty="0"/>
              <a:t>F26 – Project-Timeline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59EB349-EFF2-38BD-E8B3-0624FE2DB20A}"/>
              </a:ext>
            </a:extLst>
          </p:cNvPr>
          <p:cNvCxnSpPr>
            <a:cxnSpLocks/>
          </p:cNvCxnSpPr>
          <p:nvPr/>
        </p:nvCxnSpPr>
        <p:spPr>
          <a:xfrm>
            <a:off x="993239" y="2655059"/>
            <a:ext cx="22582378" cy="0"/>
          </a:xfrm>
          <a:prstGeom prst="line">
            <a:avLst/>
          </a:prstGeom>
          <a:ln w="38100">
            <a:prstDash val="lg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TextBox 5">
            <a:extLst>
              <a:ext uri="{FF2B5EF4-FFF2-40B4-BE49-F238E27FC236}">
                <a16:creationId xmlns:a16="http://schemas.microsoft.com/office/drawing/2014/main" id="{F9AB80EB-406E-F1D6-99CA-84BFCE2E74AB}"/>
              </a:ext>
            </a:extLst>
          </p:cNvPr>
          <p:cNvSpPr txBox="1"/>
          <p:nvPr/>
        </p:nvSpPr>
        <p:spPr>
          <a:xfrm>
            <a:off x="993239" y="2066067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April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5" name="TextBox 5">
            <a:extLst>
              <a:ext uri="{FF2B5EF4-FFF2-40B4-BE49-F238E27FC236}">
                <a16:creationId xmlns:a16="http://schemas.microsoft.com/office/drawing/2014/main" id="{E15D0BFC-D4E1-B8C5-21A1-47B4D4A91B7C}"/>
              </a:ext>
            </a:extLst>
          </p:cNvPr>
          <p:cNvSpPr txBox="1"/>
          <p:nvPr/>
        </p:nvSpPr>
        <p:spPr>
          <a:xfrm>
            <a:off x="5538735" y="2066066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May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6" name="TextBox 5">
            <a:extLst>
              <a:ext uri="{FF2B5EF4-FFF2-40B4-BE49-F238E27FC236}">
                <a16:creationId xmlns:a16="http://schemas.microsoft.com/office/drawing/2014/main" id="{FB04460F-3028-136B-A11E-F7661BACFABA}"/>
              </a:ext>
            </a:extLst>
          </p:cNvPr>
          <p:cNvSpPr txBox="1"/>
          <p:nvPr/>
        </p:nvSpPr>
        <p:spPr>
          <a:xfrm>
            <a:off x="9713170" y="2066067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June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7" name="TextBox 5">
            <a:extLst>
              <a:ext uri="{FF2B5EF4-FFF2-40B4-BE49-F238E27FC236}">
                <a16:creationId xmlns:a16="http://schemas.microsoft.com/office/drawing/2014/main" id="{3122E251-F380-5557-8135-0A9F008C7E79}"/>
              </a:ext>
            </a:extLst>
          </p:cNvPr>
          <p:cNvSpPr txBox="1"/>
          <p:nvPr/>
        </p:nvSpPr>
        <p:spPr>
          <a:xfrm>
            <a:off x="13887605" y="2066065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July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8" name="TextBox 5">
            <a:extLst>
              <a:ext uri="{FF2B5EF4-FFF2-40B4-BE49-F238E27FC236}">
                <a16:creationId xmlns:a16="http://schemas.microsoft.com/office/drawing/2014/main" id="{6A232C49-19E7-597E-5340-9DEF359B7FC2}"/>
              </a:ext>
            </a:extLst>
          </p:cNvPr>
          <p:cNvSpPr txBox="1"/>
          <p:nvPr/>
        </p:nvSpPr>
        <p:spPr>
          <a:xfrm>
            <a:off x="18433101" y="2066064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August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9" name="TextBox 5">
            <a:extLst>
              <a:ext uri="{FF2B5EF4-FFF2-40B4-BE49-F238E27FC236}">
                <a16:creationId xmlns:a16="http://schemas.microsoft.com/office/drawing/2014/main" id="{D468722A-6787-5C49-011F-1D2BCB017803}"/>
              </a:ext>
            </a:extLst>
          </p:cNvPr>
          <p:cNvSpPr txBox="1"/>
          <p:nvPr/>
        </p:nvSpPr>
        <p:spPr>
          <a:xfrm>
            <a:off x="22714594" y="2066067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Sep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EB741B2-D93B-8AED-48F2-3AB936C8A3AB}"/>
              </a:ext>
            </a:extLst>
          </p:cNvPr>
          <p:cNvCxnSpPr>
            <a:cxnSpLocks/>
          </p:cNvCxnSpPr>
          <p:nvPr/>
        </p:nvCxnSpPr>
        <p:spPr>
          <a:xfrm>
            <a:off x="993239" y="8139457"/>
            <a:ext cx="22582378" cy="0"/>
          </a:xfrm>
          <a:prstGeom prst="line">
            <a:avLst/>
          </a:prstGeom>
          <a:ln w="38100">
            <a:prstDash val="lg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TextBox 5">
            <a:extLst>
              <a:ext uri="{FF2B5EF4-FFF2-40B4-BE49-F238E27FC236}">
                <a16:creationId xmlns:a16="http://schemas.microsoft.com/office/drawing/2014/main" id="{5BE9A476-A1B7-DA5B-8A59-66DBFDDFE68C}"/>
              </a:ext>
            </a:extLst>
          </p:cNvPr>
          <p:cNvSpPr txBox="1"/>
          <p:nvPr/>
        </p:nvSpPr>
        <p:spPr>
          <a:xfrm>
            <a:off x="993239" y="7550465"/>
            <a:ext cx="16439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October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2" name="TextBox 5">
            <a:extLst>
              <a:ext uri="{FF2B5EF4-FFF2-40B4-BE49-F238E27FC236}">
                <a16:creationId xmlns:a16="http://schemas.microsoft.com/office/drawing/2014/main" id="{7AAA9440-86E2-2307-8843-7F91C9B7BF94}"/>
              </a:ext>
            </a:extLst>
          </p:cNvPr>
          <p:cNvSpPr txBox="1"/>
          <p:nvPr/>
        </p:nvSpPr>
        <p:spPr>
          <a:xfrm>
            <a:off x="5538734" y="7550464"/>
            <a:ext cx="1955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November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3" name="TextBox 5">
            <a:extLst>
              <a:ext uri="{FF2B5EF4-FFF2-40B4-BE49-F238E27FC236}">
                <a16:creationId xmlns:a16="http://schemas.microsoft.com/office/drawing/2014/main" id="{40EBDC57-CE8C-F65B-8764-EB2C7FAFF6EE}"/>
              </a:ext>
            </a:extLst>
          </p:cNvPr>
          <p:cNvSpPr txBox="1"/>
          <p:nvPr/>
        </p:nvSpPr>
        <p:spPr>
          <a:xfrm>
            <a:off x="9713170" y="7550465"/>
            <a:ext cx="2094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December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4" name="TextBox 5">
            <a:extLst>
              <a:ext uri="{FF2B5EF4-FFF2-40B4-BE49-F238E27FC236}">
                <a16:creationId xmlns:a16="http://schemas.microsoft.com/office/drawing/2014/main" id="{30532A7B-C2C1-B491-F125-6402CED4371C}"/>
              </a:ext>
            </a:extLst>
          </p:cNvPr>
          <p:cNvSpPr txBox="1"/>
          <p:nvPr/>
        </p:nvSpPr>
        <p:spPr>
          <a:xfrm>
            <a:off x="14222222" y="7550463"/>
            <a:ext cx="1796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January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5" name="TextBox 5">
            <a:extLst>
              <a:ext uri="{FF2B5EF4-FFF2-40B4-BE49-F238E27FC236}">
                <a16:creationId xmlns:a16="http://schemas.microsoft.com/office/drawing/2014/main" id="{9C358EF4-CD3E-5F47-9ED6-8455A9BB92FD}"/>
              </a:ext>
            </a:extLst>
          </p:cNvPr>
          <p:cNvSpPr txBox="1"/>
          <p:nvPr/>
        </p:nvSpPr>
        <p:spPr>
          <a:xfrm>
            <a:off x="18433101" y="7550462"/>
            <a:ext cx="1955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February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6" name="TextBox 5">
            <a:extLst>
              <a:ext uri="{FF2B5EF4-FFF2-40B4-BE49-F238E27FC236}">
                <a16:creationId xmlns:a16="http://schemas.microsoft.com/office/drawing/2014/main" id="{49B0A5AC-384E-E5D9-A286-FCA6BD93B315}"/>
              </a:ext>
            </a:extLst>
          </p:cNvPr>
          <p:cNvSpPr txBox="1"/>
          <p:nvPr/>
        </p:nvSpPr>
        <p:spPr>
          <a:xfrm>
            <a:off x="22563992" y="7542564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March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A630DC5-5A9E-7795-07FA-850A5CAA0C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92" y="3210968"/>
            <a:ext cx="5614500" cy="32767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F88184DA-EC5A-632B-4E34-C183BF9D17CA}"/>
              </a:ext>
            </a:extLst>
          </p:cNvPr>
          <p:cNvSpPr txBox="1"/>
          <p:nvPr/>
        </p:nvSpPr>
        <p:spPr>
          <a:xfrm>
            <a:off x="-596637" y="6519815"/>
            <a:ext cx="8579158" cy="4095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0000"/>
                </a:solidFill>
              </a:rPr>
              <a:t>TRACKSHEET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D95655-EB46-3572-86EC-504061C876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5192" y="3003034"/>
            <a:ext cx="13207265" cy="7709932"/>
          </a:xfrm>
          <a:prstGeom prst="rect">
            <a:avLst/>
          </a:prstGeom>
          <a:ln>
            <a:noFill/>
          </a:ln>
          <a:effectLst>
            <a:outerShdw blurRad="177800" sx="179000" sy="179000" algn="ctr" rotWithShape="0">
              <a:prstClr val="black">
                <a:alpha val="52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944828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9D850-88A0-80A2-946D-D3C676969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red and black logo&#10;&#10;AI-generated content may be incorrect.">
            <a:extLst>
              <a:ext uri="{FF2B5EF4-FFF2-40B4-BE49-F238E27FC236}">
                <a16:creationId xmlns:a16="http://schemas.microsoft.com/office/drawing/2014/main" id="{1221BB0E-96DC-670D-7A77-ED62C898F6F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1523" y="516211"/>
            <a:ext cx="4962410" cy="726930"/>
          </a:xfrm>
          <a:prstGeom prst="rect">
            <a:avLst/>
          </a:prstGeom>
        </p:spPr>
      </p:pic>
      <p:sp>
        <p:nvSpPr>
          <p:cNvPr id="11" name="TITLE">
            <a:extLst>
              <a:ext uri="{FF2B5EF4-FFF2-40B4-BE49-F238E27FC236}">
                <a16:creationId xmlns:a16="http://schemas.microsoft.com/office/drawing/2014/main" id="{79312055-F8CC-A1D5-DE94-1D6D7AD4E3EB}"/>
              </a:ext>
            </a:extLst>
          </p:cNvPr>
          <p:cNvSpPr txBox="1"/>
          <p:nvPr/>
        </p:nvSpPr>
        <p:spPr>
          <a:xfrm>
            <a:off x="0" y="-1006129"/>
            <a:ext cx="11160000" cy="251895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dirty="0"/>
              <a:t>F26 – Project-Timeline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6C6060C-71CA-9157-455B-22AFE540D008}"/>
              </a:ext>
            </a:extLst>
          </p:cNvPr>
          <p:cNvCxnSpPr>
            <a:cxnSpLocks/>
          </p:cNvCxnSpPr>
          <p:nvPr/>
        </p:nvCxnSpPr>
        <p:spPr>
          <a:xfrm>
            <a:off x="993239" y="2655059"/>
            <a:ext cx="22582378" cy="0"/>
          </a:xfrm>
          <a:prstGeom prst="line">
            <a:avLst/>
          </a:prstGeom>
          <a:ln w="38100">
            <a:prstDash val="lg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TextBox 5">
            <a:extLst>
              <a:ext uri="{FF2B5EF4-FFF2-40B4-BE49-F238E27FC236}">
                <a16:creationId xmlns:a16="http://schemas.microsoft.com/office/drawing/2014/main" id="{E18645DA-CD14-BC33-D747-93908DB42C32}"/>
              </a:ext>
            </a:extLst>
          </p:cNvPr>
          <p:cNvSpPr txBox="1"/>
          <p:nvPr/>
        </p:nvSpPr>
        <p:spPr>
          <a:xfrm>
            <a:off x="993239" y="2066067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April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5" name="TextBox 5">
            <a:extLst>
              <a:ext uri="{FF2B5EF4-FFF2-40B4-BE49-F238E27FC236}">
                <a16:creationId xmlns:a16="http://schemas.microsoft.com/office/drawing/2014/main" id="{C898FD5E-431E-AFAE-FF7A-C9BC4E1E7E0A}"/>
              </a:ext>
            </a:extLst>
          </p:cNvPr>
          <p:cNvSpPr txBox="1"/>
          <p:nvPr/>
        </p:nvSpPr>
        <p:spPr>
          <a:xfrm>
            <a:off x="5538735" y="2066066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May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6" name="TextBox 5">
            <a:extLst>
              <a:ext uri="{FF2B5EF4-FFF2-40B4-BE49-F238E27FC236}">
                <a16:creationId xmlns:a16="http://schemas.microsoft.com/office/drawing/2014/main" id="{9A5BC2B5-211F-489B-F55A-3289FB160DF0}"/>
              </a:ext>
            </a:extLst>
          </p:cNvPr>
          <p:cNvSpPr txBox="1"/>
          <p:nvPr/>
        </p:nvSpPr>
        <p:spPr>
          <a:xfrm>
            <a:off x="9713170" y="2066067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June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7" name="TextBox 5">
            <a:extLst>
              <a:ext uri="{FF2B5EF4-FFF2-40B4-BE49-F238E27FC236}">
                <a16:creationId xmlns:a16="http://schemas.microsoft.com/office/drawing/2014/main" id="{38F34A95-497E-D56F-B96B-AB06B933F0BC}"/>
              </a:ext>
            </a:extLst>
          </p:cNvPr>
          <p:cNvSpPr txBox="1"/>
          <p:nvPr/>
        </p:nvSpPr>
        <p:spPr>
          <a:xfrm>
            <a:off x="13887605" y="2066065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July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8" name="TextBox 5">
            <a:extLst>
              <a:ext uri="{FF2B5EF4-FFF2-40B4-BE49-F238E27FC236}">
                <a16:creationId xmlns:a16="http://schemas.microsoft.com/office/drawing/2014/main" id="{B58A033F-92ED-0747-6C54-7FD8D3D40BE9}"/>
              </a:ext>
            </a:extLst>
          </p:cNvPr>
          <p:cNvSpPr txBox="1"/>
          <p:nvPr/>
        </p:nvSpPr>
        <p:spPr>
          <a:xfrm>
            <a:off x="18433101" y="2066064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August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9" name="TextBox 5">
            <a:extLst>
              <a:ext uri="{FF2B5EF4-FFF2-40B4-BE49-F238E27FC236}">
                <a16:creationId xmlns:a16="http://schemas.microsoft.com/office/drawing/2014/main" id="{EE4DA6C1-38FF-79BE-E395-4611FD85CF23}"/>
              </a:ext>
            </a:extLst>
          </p:cNvPr>
          <p:cNvSpPr txBox="1"/>
          <p:nvPr/>
        </p:nvSpPr>
        <p:spPr>
          <a:xfrm>
            <a:off x="22714594" y="2066067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Sep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BA1AE64-D541-ECB7-D6C7-06D94D68C39B}"/>
              </a:ext>
            </a:extLst>
          </p:cNvPr>
          <p:cNvCxnSpPr>
            <a:cxnSpLocks/>
          </p:cNvCxnSpPr>
          <p:nvPr/>
        </p:nvCxnSpPr>
        <p:spPr>
          <a:xfrm>
            <a:off x="993239" y="8139457"/>
            <a:ext cx="22582378" cy="0"/>
          </a:xfrm>
          <a:prstGeom prst="line">
            <a:avLst/>
          </a:prstGeom>
          <a:ln w="38100">
            <a:prstDash val="lg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TextBox 5">
            <a:extLst>
              <a:ext uri="{FF2B5EF4-FFF2-40B4-BE49-F238E27FC236}">
                <a16:creationId xmlns:a16="http://schemas.microsoft.com/office/drawing/2014/main" id="{12A0F506-F5B0-BA32-BD03-74EC1F373979}"/>
              </a:ext>
            </a:extLst>
          </p:cNvPr>
          <p:cNvSpPr txBox="1"/>
          <p:nvPr/>
        </p:nvSpPr>
        <p:spPr>
          <a:xfrm>
            <a:off x="993239" y="7550465"/>
            <a:ext cx="16439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October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2" name="TextBox 5">
            <a:extLst>
              <a:ext uri="{FF2B5EF4-FFF2-40B4-BE49-F238E27FC236}">
                <a16:creationId xmlns:a16="http://schemas.microsoft.com/office/drawing/2014/main" id="{8235D9FF-F0BF-6B76-FCDB-C09FB66E3AA0}"/>
              </a:ext>
            </a:extLst>
          </p:cNvPr>
          <p:cNvSpPr txBox="1"/>
          <p:nvPr/>
        </p:nvSpPr>
        <p:spPr>
          <a:xfrm>
            <a:off x="5538734" y="7550464"/>
            <a:ext cx="1955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November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3" name="TextBox 5">
            <a:extLst>
              <a:ext uri="{FF2B5EF4-FFF2-40B4-BE49-F238E27FC236}">
                <a16:creationId xmlns:a16="http://schemas.microsoft.com/office/drawing/2014/main" id="{BC9928C0-6C13-0DD8-5F01-1D66632DC9CD}"/>
              </a:ext>
            </a:extLst>
          </p:cNvPr>
          <p:cNvSpPr txBox="1"/>
          <p:nvPr/>
        </p:nvSpPr>
        <p:spPr>
          <a:xfrm>
            <a:off x="9713170" y="7550465"/>
            <a:ext cx="2094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December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4" name="TextBox 5">
            <a:extLst>
              <a:ext uri="{FF2B5EF4-FFF2-40B4-BE49-F238E27FC236}">
                <a16:creationId xmlns:a16="http://schemas.microsoft.com/office/drawing/2014/main" id="{E1734B88-690D-7314-D21E-2F625A574DF8}"/>
              </a:ext>
            </a:extLst>
          </p:cNvPr>
          <p:cNvSpPr txBox="1"/>
          <p:nvPr/>
        </p:nvSpPr>
        <p:spPr>
          <a:xfrm>
            <a:off x="14222222" y="7550463"/>
            <a:ext cx="1796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January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5" name="TextBox 5">
            <a:extLst>
              <a:ext uri="{FF2B5EF4-FFF2-40B4-BE49-F238E27FC236}">
                <a16:creationId xmlns:a16="http://schemas.microsoft.com/office/drawing/2014/main" id="{3D3221EE-E22D-9A0B-523B-FE47C11EDDC0}"/>
              </a:ext>
            </a:extLst>
          </p:cNvPr>
          <p:cNvSpPr txBox="1"/>
          <p:nvPr/>
        </p:nvSpPr>
        <p:spPr>
          <a:xfrm>
            <a:off x="18433101" y="7550462"/>
            <a:ext cx="1955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February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6" name="TextBox 5">
            <a:extLst>
              <a:ext uri="{FF2B5EF4-FFF2-40B4-BE49-F238E27FC236}">
                <a16:creationId xmlns:a16="http://schemas.microsoft.com/office/drawing/2014/main" id="{B6089D0A-7E86-5B48-1B16-A2F6B085F40A}"/>
              </a:ext>
            </a:extLst>
          </p:cNvPr>
          <p:cNvSpPr txBox="1"/>
          <p:nvPr/>
        </p:nvSpPr>
        <p:spPr>
          <a:xfrm>
            <a:off x="22563992" y="7542564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March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E822E82-3279-6A64-F742-0E8EB89A7B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92" y="3210968"/>
            <a:ext cx="5614500" cy="32767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D38D3C4F-382E-4E8D-EBD5-A064DF32A04F}"/>
              </a:ext>
            </a:extLst>
          </p:cNvPr>
          <p:cNvSpPr txBox="1"/>
          <p:nvPr/>
        </p:nvSpPr>
        <p:spPr>
          <a:xfrm>
            <a:off x="-596637" y="6519815"/>
            <a:ext cx="8579158" cy="4095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0000"/>
                </a:solidFill>
              </a:rPr>
              <a:t>TRACKSHEET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3515DB7-06A5-5534-98BA-666DD8D7C395}"/>
              </a:ext>
            </a:extLst>
          </p:cNvPr>
          <p:cNvSpPr txBox="1"/>
          <p:nvPr/>
        </p:nvSpPr>
        <p:spPr>
          <a:xfrm>
            <a:off x="6803532" y="6617692"/>
            <a:ext cx="8579158" cy="4095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0000"/>
                </a:solidFill>
              </a:rPr>
              <a:t>PLANT DASHBOARD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7363ABBF-EDDF-F281-74CA-A7AF38720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5861" y="3215635"/>
            <a:ext cx="5614500" cy="3267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94353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F3507-F948-DFFC-A481-1DA6DC261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red and black logo&#10;&#10;AI-generated content may be incorrect.">
            <a:extLst>
              <a:ext uri="{FF2B5EF4-FFF2-40B4-BE49-F238E27FC236}">
                <a16:creationId xmlns:a16="http://schemas.microsoft.com/office/drawing/2014/main" id="{A02394A3-EA59-998F-CA2C-F68FF745B33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1523" y="516211"/>
            <a:ext cx="4962410" cy="726930"/>
          </a:xfrm>
          <a:prstGeom prst="rect">
            <a:avLst/>
          </a:prstGeom>
        </p:spPr>
      </p:pic>
      <p:sp>
        <p:nvSpPr>
          <p:cNvPr id="11" name="TITLE">
            <a:extLst>
              <a:ext uri="{FF2B5EF4-FFF2-40B4-BE49-F238E27FC236}">
                <a16:creationId xmlns:a16="http://schemas.microsoft.com/office/drawing/2014/main" id="{1ADE2035-476D-5668-381C-A8DFC121F563}"/>
              </a:ext>
            </a:extLst>
          </p:cNvPr>
          <p:cNvSpPr txBox="1"/>
          <p:nvPr/>
        </p:nvSpPr>
        <p:spPr>
          <a:xfrm>
            <a:off x="0" y="-1006129"/>
            <a:ext cx="11160000" cy="251895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dirty="0"/>
              <a:t>F26 – Project-Timeline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21634AB-B7DF-4576-921A-F8F11B2FD128}"/>
              </a:ext>
            </a:extLst>
          </p:cNvPr>
          <p:cNvCxnSpPr>
            <a:cxnSpLocks/>
          </p:cNvCxnSpPr>
          <p:nvPr/>
        </p:nvCxnSpPr>
        <p:spPr>
          <a:xfrm>
            <a:off x="993239" y="2655059"/>
            <a:ext cx="22582378" cy="0"/>
          </a:xfrm>
          <a:prstGeom prst="line">
            <a:avLst/>
          </a:prstGeom>
          <a:ln w="38100">
            <a:prstDash val="lg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TextBox 5">
            <a:extLst>
              <a:ext uri="{FF2B5EF4-FFF2-40B4-BE49-F238E27FC236}">
                <a16:creationId xmlns:a16="http://schemas.microsoft.com/office/drawing/2014/main" id="{B397C7F7-EB4F-591C-C606-86C9E7104806}"/>
              </a:ext>
            </a:extLst>
          </p:cNvPr>
          <p:cNvSpPr txBox="1"/>
          <p:nvPr/>
        </p:nvSpPr>
        <p:spPr>
          <a:xfrm>
            <a:off x="993239" y="2066067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April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5" name="TextBox 5">
            <a:extLst>
              <a:ext uri="{FF2B5EF4-FFF2-40B4-BE49-F238E27FC236}">
                <a16:creationId xmlns:a16="http://schemas.microsoft.com/office/drawing/2014/main" id="{90494EE0-1589-869B-409E-DC836DF97ACC}"/>
              </a:ext>
            </a:extLst>
          </p:cNvPr>
          <p:cNvSpPr txBox="1"/>
          <p:nvPr/>
        </p:nvSpPr>
        <p:spPr>
          <a:xfrm>
            <a:off x="5538735" y="2066066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May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6" name="TextBox 5">
            <a:extLst>
              <a:ext uri="{FF2B5EF4-FFF2-40B4-BE49-F238E27FC236}">
                <a16:creationId xmlns:a16="http://schemas.microsoft.com/office/drawing/2014/main" id="{43F77551-48AC-35C0-E34C-3AFAD5351480}"/>
              </a:ext>
            </a:extLst>
          </p:cNvPr>
          <p:cNvSpPr txBox="1"/>
          <p:nvPr/>
        </p:nvSpPr>
        <p:spPr>
          <a:xfrm>
            <a:off x="9713170" y="2066067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June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7" name="TextBox 5">
            <a:extLst>
              <a:ext uri="{FF2B5EF4-FFF2-40B4-BE49-F238E27FC236}">
                <a16:creationId xmlns:a16="http://schemas.microsoft.com/office/drawing/2014/main" id="{8464B5D4-7D85-73CE-5CB1-146C308717A2}"/>
              </a:ext>
            </a:extLst>
          </p:cNvPr>
          <p:cNvSpPr txBox="1"/>
          <p:nvPr/>
        </p:nvSpPr>
        <p:spPr>
          <a:xfrm>
            <a:off x="13887605" y="2066065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July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8" name="TextBox 5">
            <a:extLst>
              <a:ext uri="{FF2B5EF4-FFF2-40B4-BE49-F238E27FC236}">
                <a16:creationId xmlns:a16="http://schemas.microsoft.com/office/drawing/2014/main" id="{770FB711-9135-BE8C-DDDC-CFBD0E7B8FDD}"/>
              </a:ext>
            </a:extLst>
          </p:cNvPr>
          <p:cNvSpPr txBox="1"/>
          <p:nvPr/>
        </p:nvSpPr>
        <p:spPr>
          <a:xfrm>
            <a:off x="18433101" y="2066064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August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9" name="TextBox 5">
            <a:extLst>
              <a:ext uri="{FF2B5EF4-FFF2-40B4-BE49-F238E27FC236}">
                <a16:creationId xmlns:a16="http://schemas.microsoft.com/office/drawing/2014/main" id="{8B2749E6-D979-7443-C560-6B2D77974999}"/>
              </a:ext>
            </a:extLst>
          </p:cNvPr>
          <p:cNvSpPr txBox="1"/>
          <p:nvPr/>
        </p:nvSpPr>
        <p:spPr>
          <a:xfrm>
            <a:off x="22714594" y="2066067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Sep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8EBD0A0-E925-27B3-43DA-73403EBCC694}"/>
              </a:ext>
            </a:extLst>
          </p:cNvPr>
          <p:cNvCxnSpPr>
            <a:cxnSpLocks/>
          </p:cNvCxnSpPr>
          <p:nvPr/>
        </p:nvCxnSpPr>
        <p:spPr>
          <a:xfrm>
            <a:off x="993239" y="8139457"/>
            <a:ext cx="22582378" cy="0"/>
          </a:xfrm>
          <a:prstGeom prst="line">
            <a:avLst/>
          </a:prstGeom>
          <a:ln w="38100">
            <a:prstDash val="lg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TextBox 5">
            <a:extLst>
              <a:ext uri="{FF2B5EF4-FFF2-40B4-BE49-F238E27FC236}">
                <a16:creationId xmlns:a16="http://schemas.microsoft.com/office/drawing/2014/main" id="{3CA951B8-BD26-E6AA-1478-07DB87598364}"/>
              </a:ext>
            </a:extLst>
          </p:cNvPr>
          <p:cNvSpPr txBox="1"/>
          <p:nvPr/>
        </p:nvSpPr>
        <p:spPr>
          <a:xfrm>
            <a:off x="993239" y="7550465"/>
            <a:ext cx="16439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October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2" name="TextBox 5">
            <a:extLst>
              <a:ext uri="{FF2B5EF4-FFF2-40B4-BE49-F238E27FC236}">
                <a16:creationId xmlns:a16="http://schemas.microsoft.com/office/drawing/2014/main" id="{FA2DF5E3-B660-6C22-6480-D27E5D6B785A}"/>
              </a:ext>
            </a:extLst>
          </p:cNvPr>
          <p:cNvSpPr txBox="1"/>
          <p:nvPr/>
        </p:nvSpPr>
        <p:spPr>
          <a:xfrm>
            <a:off x="5538734" y="7550464"/>
            <a:ext cx="1955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November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3" name="TextBox 5">
            <a:extLst>
              <a:ext uri="{FF2B5EF4-FFF2-40B4-BE49-F238E27FC236}">
                <a16:creationId xmlns:a16="http://schemas.microsoft.com/office/drawing/2014/main" id="{3B85F53C-9A4B-FE80-2902-81CBD6BAA3D4}"/>
              </a:ext>
            </a:extLst>
          </p:cNvPr>
          <p:cNvSpPr txBox="1"/>
          <p:nvPr/>
        </p:nvSpPr>
        <p:spPr>
          <a:xfrm>
            <a:off x="9713170" y="7550465"/>
            <a:ext cx="2094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December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4" name="TextBox 5">
            <a:extLst>
              <a:ext uri="{FF2B5EF4-FFF2-40B4-BE49-F238E27FC236}">
                <a16:creationId xmlns:a16="http://schemas.microsoft.com/office/drawing/2014/main" id="{4127A05B-D38C-1840-D452-24AB6C4A0932}"/>
              </a:ext>
            </a:extLst>
          </p:cNvPr>
          <p:cNvSpPr txBox="1"/>
          <p:nvPr/>
        </p:nvSpPr>
        <p:spPr>
          <a:xfrm>
            <a:off x="14222222" y="7550463"/>
            <a:ext cx="1796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January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5" name="TextBox 5">
            <a:extLst>
              <a:ext uri="{FF2B5EF4-FFF2-40B4-BE49-F238E27FC236}">
                <a16:creationId xmlns:a16="http://schemas.microsoft.com/office/drawing/2014/main" id="{B8221993-4F03-5241-C11B-FC1A26C1D80E}"/>
              </a:ext>
            </a:extLst>
          </p:cNvPr>
          <p:cNvSpPr txBox="1"/>
          <p:nvPr/>
        </p:nvSpPr>
        <p:spPr>
          <a:xfrm>
            <a:off x="18433101" y="7550462"/>
            <a:ext cx="1955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February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6" name="TextBox 5">
            <a:extLst>
              <a:ext uri="{FF2B5EF4-FFF2-40B4-BE49-F238E27FC236}">
                <a16:creationId xmlns:a16="http://schemas.microsoft.com/office/drawing/2014/main" id="{B2633742-6D9D-C479-6A11-B1150C2AE8FF}"/>
              </a:ext>
            </a:extLst>
          </p:cNvPr>
          <p:cNvSpPr txBox="1"/>
          <p:nvPr/>
        </p:nvSpPr>
        <p:spPr>
          <a:xfrm>
            <a:off x="22563992" y="7542564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March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DA9C344-E1D9-343C-179B-1CE9FC8DF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92" y="3210968"/>
            <a:ext cx="5614500" cy="32767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D6B4A03E-C63E-629A-9B98-25439F4B39FD}"/>
              </a:ext>
            </a:extLst>
          </p:cNvPr>
          <p:cNvSpPr txBox="1"/>
          <p:nvPr/>
        </p:nvSpPr>
        <p:spPr>
          <a:xfrm>
            <a:off x="-596637" y="6519815"/>
            <a:ext cx="8579158" cy="4095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0000"/>
                </a:solidFill>
              </a:rPr>
              <a:t>TRACKSHEET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0D490806-442A-5334-E58E-23A31EE4527A}"/>
              </a:ext>
            </a:extLst>
          </p:cNvPr>
          <p:cNvSpPr txBox="1"/>
          <p:nvPr/>
        </p:nvSpPr>
        <p:spPr>
          <a:xfrm>
            <a:off x="6803532" y="6617692"/>
            <a:ext cx="8579158" cy="4095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0000"/>
                </a:solidFill>
              </a:rPr>
              <a:t>PLANT DASHBOARD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107E735-06AF-0B0B-2182-31AE5AD61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5861" y="3215635"/>
            <a:ext cx="5614500" cy="3267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3BE45C-5754-DED0-C8FF-AD66F5E6F2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5427" y="3090618"/>
            <a:ext cx="12873399" cy="7515038"/>
          </a:xfrm>
          <a:prstGeom prst="rect">
            <a:avLst/>
          </a:prstGeom>
          <a:ln>
            <a:noFill/>
          </a:ln>
          <a:effectLst>
            <a:outerShdw blurRad="63500" sx="200000" sy="200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867690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E6348-4B11-B873-5C05-56E37BA56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red and black logo&#10;&#10;AI-generated content may be incorrect.">
            <a:extLst>
              <a:ext uri="{FF2B5EF4-FFF2-40B4-BE49-F238E27FC236}">
                <a16:creationId xmlns:a16="http://schemas.microsoft.com/office/drawing/2014/main" id="{9CAAD7EA-9041-45BD-C3E5-96C47F3EF36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1523" y="516211"/>
            <a:ext cx="4962410" cy="726930"/>
          </a:xfrm>
          <a:prstGeom prst="rect">
            <a:avLst/>
          </a:prstGeom>
        </p:spPr>
      </p:pic>
      <p:sp>
        <p:nvSpPr>
          <p:cNvPr id="11" name="TITLE">
            <a:extLst>
              <a:ext uri="{FF2B5EF4-FFF2-40B4-BE49-F238E27FC236}">
                <a16:creationId xmlns:a16="http://schemas.microsoft.com/office/drawing/2014/main" id="{BF3C35FE-0681-0C42-C6ED-3475DD3FC371}"/>
              </a:ext>
            </a:extLst>
          </p:cNvPr>
          <p:cNvSpPr txBox="1"/>
          <p:nvPr/>
        </p:nvSpPr>
        <p:spPr>
          <a:xfrm>
            <a:off x="0" y="-1006129"/>
            <a:ext cx="11160000" cy="251895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dirty="0"/>
              <a:t>F26 – Project-Timeline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2EF3107-279B-C745-52C7-8510E9F8439E}"/>
              </a:ext>
            </a:extLst>
          </p:cNvPr>
          <p:cNvCxnSpPr>
            <a:cxnSpLocks/>
          </p:cNvCxnSpPr>
          <p:nvPr/>
        </p:nvCxnSpPr>
        <p:spPr>
          <a:xfrm>
            <a:off x="993239" y="2655059"/>
            <a:ext cx="22582378" cy="0"/>
          </a:xfrm>
          <a:prstGeom prst="line">
            <a:avLst/>
          </a:prstGeom>
          <a:ln w="38100">
            <a:prstDash val="lg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TextBox 5">
            <a:extLst>
              <a:ext uri="{FF2B5EF4-FFF2-40B4-BE49-F238E27FC236}">
                <a16:creationId xmlns:a16="http://schemas.microsoft.com/office/drawing/2014/main" id="{67E1A6F9-1397-A954-8C68-32F78A6B3BA8}"/>
              </a:ext>
            </a:extLst>
          </p:cNvPr>
          <p:cNvSpPr txBox="1"/>
          <p:nvPr/>
        </p:nvSpPr>
        <p:spPr>
          <a:xfrm>
            <a:off x="993239" y="2066067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April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5" name="TextBox 5">
            <a:extLst>
              <a:ext uri="{FF2B5EF4-FFF2-40B4-BE49-F238E27FC236}">
                <a16:creationId xmlns:a16="http://schemas.microsoft.com/office/drawing/2014/main" id="{4F4FF623-770A-B4B8-8F2A-FBDF19168AF2}"/>
              </a:ext>
            </a:extLst>
          </p:cNvPr>
          <p:cNvSpPr txBox="1"/>
          <p:nvPr/>
        </p:nvSpPr>
        <p:spPr>
          <a:xfrm>
            <a:off x="5538735" y="2066066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May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6" name="TextBox 5">
            <a:extLst>
              <a:ext uri="{FF2B5EF4-FFF2-40B4-BE49-F238E27FC236}">
                <a16:creationId xmlns:a16="http://schemas.microsoft.com/office/drawing/2014/main" id="{9B2A5FB9-78FF-C0F5-0817-1A01ADC1628F}"/>
              </a:ext>
            </a:extLst>
          </p:cNvPr>
          <p:cNvSpPr txBox="1"/>
          <p:nvPr/>
        </p:nvSpPr>
        <p:spPr>
          <a:xfrm>
            <a:off x="9713170" y="2066067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June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7" name="TextBox 5">
            <a:extLst>
              <a:ext uri="{FF2B5EF4-FFF2-40B4-BE49-F238E27FC236}">
                <a16:creationId xmlns:a16="http://schemas.microsoft.com/office/drawing/2014/main" id="{B25A0650-3D61-CDEB-FAB0-B3CF26426188}"/>
              </a:ext>
            </a:extLst>
          </p:cNvPr>
          <p:cNvSpPr txBox="1"/>
          <p:nvPr/>
        </p:nvSpPr>
        <p:spPr>
          <a:xfrm>
            <a:off x="13887605" y="2066065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July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8" name="TextBox 5">
            <a:extLst>
              <a:ext uri="{FF2B5EF4-FFF2-40B4-BE49-F238E27FC236}">
                <a16:creationId xmlns:a16="http://schemas.microsoft.com/office/drawing/2014/main" id="{F700CE02-BD36-B073-0C3F-48069B726CA7}"/>
              </a:ext>
            </a:extLst>
          </p:cNvPr>
          <p:cNvSpPr txBox="1"/>
          <p:nvPr/>
        </p:nvSpPr>
        <p:spPr>
          <a:xfrm>
            <a:off x="18433101" y="2066064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August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9" name="TextBox 5">
            <a:extLst>
              <a:ext uri="{FF2B5EF4-FFF2-40B4-BE49-F238E27FC236}">
                <a16:creationId xmlns:a16="http://schemas.microsoft.com/office/drawing/2014/main" id="{AA9A66D4-A633-D12B-35A2-889B1A6354FB}"/>
              </a:ext>
            </a:extLst>
          </p:cNvPr>
          <p:cNvSpPr txBox="1"/>
          <p:nvPr/>
        </p:nvSpPr>
        <p:spPr>
          <a:xfrm>
            <a:off x="22714594" y="2066067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Sep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36325F1-0C49-DE13-5D55-3D4EF98E5EE1}"/>
              </a:ext>
            </a:extLst>
          </p:cNvPr>
          <p:cNvCxnSpPr>
            <a:cxnSpLocks/>
          </p:cNvCxnSpPr>
          <p:nvPr/>
        </p:nvCxnSpPr>
        <p:spPr>
          <a:xfrm>
            <a:off x="993239" y="8139457"/>
            <a:ext cx="22582378" cy="0"/>
          </a:xfrm>
          <a:prstGeom prst="line">
            <a:avLst/>
          </a:prstGeom>
          <a:ln w="38100">
            <a:prstDash val="lg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TextBox 5">
            <a:extLst>
              <a:ext uri="{FF2B5EF4-FFF2-40B4-BE49-F238E27FC236}">
                <a16:creationId xmlns:a16="http://schemas.microsoft.com/office/drawing/2014/main" id="{AF543E82-501A-6E80-5D4C-F8DBE89F429E}"/>
              </a:ext>
            </a:extLst>
          </p:cNvPr>
          <p:cNvSpPr txBox="1"/>
          <p:nvPr/>
        </p:nvSpPr>
        <p:spPr>
          <a:xfrm>
            <a:off x="993239" y="7550465"/>
            <a:ext cx="16439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October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2" name="TextBox 5">
            <a:extLst>
              <a:ext uri="{FF2B5EF4-FFF2-40B4-BE49-F238E27FC236}">
                <a16:creationId xmlns:a16="http://schemas.microsoft.com/office/drawing/2014/main" id="{D61A101B-43E6-202F-8C7F-2F6010657511}"/>
              </a:ext>
            </a:extLst>
          </p:cNvPr>
          <p:cNvSpPr txBox="1"/>
          <p:nvPr/>
        </p:nvSpPr>
        <p:spPr>
          <a:xfrm>
            <a:off x="5538734" y="7550464"/>
            <a:ext cx="1955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November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3" name="TextBox 5">
            <a:extLst>
              <a:ext uri="{FF2B5EF4-FFF2-40B4-BE49-F238E27FC236}">
                <a16:creationId xmlns:a16="http://schemas.microsoft.com/office/drawing/2014/main" id="{09474107-149D-1EC2-34B1-FC5480AF8DFF}"/>
              </a:ext>
            </a:extLst>
          </p:cNvPr>
          <p:cNvSpPr txBox="1"/>
          <p:nvPr/>
        </p:nvSpPr>
        <p:spPr>
          <a:xfrm>
            <a:off x="9713170" y="7550465"/>
            <a:ext cx="2094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December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4" name="TextBox 5">
            <a:extLst>
              <a:ext uri="{FF2B5EF4-FFF2-40B4-BE49-F238E27FC236}">
                <a16:creationId xmlns:a16="http://schemas.microsoft.com/office/drawing/2014/main" id="{0D231E85-5C0A-292A-1748-0692C61E4B1A}"/>
              </a:ext>
            </a:extLst>
          </p:cNvPr>
          <p:cNvSpPr txBox="1"/>
          <p:nvPr/>
        </p:nvSpPr>
        <p:spPr>
          <a:xfrm>
            <a:off x="14222222" y="7550463"/>
            <a:ext cx="1796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January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5" name="TextBox 5">
            <a:extLst>
              <a:ext uri="{FF2B5EF4-FFF2-40B4-BE49-F238E27FC236}">
                <a16:creationId xmlns:a16="http://schemas.microsoft.com/office/drawing/2014/main" id="{F25BD9FC-0743-A684-91E5-E19D95084EB9}"/>
              </a:ext>
            </a:extLst>
          </p:cNvPr>
          <p:cNvSpPr txBox="1"/>
          <p:nvPr/>
        </p:nvSpPr>
        <p:spPr>
          <a:xfrm>
            <a:off x="18433101" y="7550462"/>
            <a:ext cx="1955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February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6" name="TextBox 5">
            <a:extLst>
              <a:ext uri="{FF2B5EF4-FFF2-40B4-BE49-F238E27FC236}">
                <a16:creationId xmlns:a16="http://schemas.microsoft.com/office/drawing/2014/main" id="{F4670E7A-F897-5554-2BE3-D4D5A3B21AFE}"/>
              </a:ext>
            </a:extLst>
          </p:cNvPr>
          <p:cNvSpPr txBox="1"/>
          <p:nvPr/>
        </p:nvSpPr>
        <p:spPr>
          <a:xfrm>
            <a:off x="22563992" y="7542564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March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CAC0BED-7530-BBB3-8D12-9376738DB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92" y="3210968"/>
            <a:ext cx="5614500" cy="32767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77A3FE62-4C68-3BBA-9AA7-428924D75ACF}"/>
              </a:ext>
            </a:extLst>
          </p:cNvPr>
          <p:cNvSpPr txBox="1"/>
          <p:nvPr/>
        </p:nvSpPr>
        <p:spPr>
          <a:xfrm>
            <a:off x="-596637" y="6519815"/>
            <a:ext cx="8579158" cy="4095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0000"/>
                </a:solidFill>
              </a:rPr>
              <a:t>TRACKSHEET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06F6468C-5813-74B6-BD51-3BEA93EC87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5861" y="3215635"/>
            <a:ext cx="5614500" cy="3267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">
            <a:extLst>
              <a:ext uri="{FF2B5EF4-FFF2-40B4-BE49-F238E27FC236}">
                <a16:creationId xmlns:a16="http://schemas.microsoft.com/office/drawing/2014/main" id="{62E31229-ABA9-0F58-0EF7-8580FB771B4F}"/>
              </a:ext>
            </a:extLst>
          </p:cNvPr>
          <p:cNvSpPr txBox="1"/>
          <p:nvPr/>
        </p:nvSpPr>
        <p:spPr>
          <a:xfrm>
            <a:off x="6803532" y="6617692"/>
            <a:ext cx="8579158" cy="4095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0000"/>
                </a:solidFill>
              </a:rPr>
              <a:t>PLANT DASHBOARD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555FBD96-51FE-F241-7BFC-FAA907B153D2}"/>
              </a:ext>
            </a:extLst>
          </p:cNvPr>
          <p:cNvSpPr txBox="1"/>
          <p:nvPr/>
        </p:nvSpPr>
        <p:spPr>
          <a:xfrm>
            <a:off x="15382690" y="6610417"/>
            <a:ext cx="8579158" cy="4095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0000"/>
                </a:solidFill>
              </a:rPr>
              <a:t>SAFETY MANAGEMENT PORTAL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442E37C4-A10B-5DE5-7652-B68F595840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8541" y="3194955"/>
            <a:ext cx="5815451" cy="3288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68538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C5DFE-B286-9355-B66E-2DE246547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red and black logo&#10;&#10;AI-generated content may be incorrect.">
            <a:extLst>
              <a:ext uri="{FF2B5EF4-FFF2-40B4-BE49-F238E27FC236}">
                <a16:creationId xmlns:a16="http://schemas.microsoft.com/office/drawing/2014/main" id="{9DA77A94-2E19-045F-7A71-D6C13C9F110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1523" y="516211"/>
            <a:ext cx="4962410" cy="726930"/>
          </a:xfrm>
          <a:prstGeom prst="rect">
            <a:avLst/>
          </a:prstGeom>
        </p:spPr>
      </p:pic>
      <p:sp>
        <p:nvSpPr>
          <p:cNvPr id="11" name="TITLE">
            <a:extLst>
              <a:ext uri="{FF2B5EF4-FFF2-40B4-BE49-F238E27FC236}">
                <a16:creationId xmlns:a16="http://schemas.microsoft.com/office/drawing/2014/main" id="{7051B230-6E1C-AC94-95A3-05B3416891D3}"/>
              </a:ext>
            </a:extLst>
          </p:cNvPr>
          <p:cNvSpPr txBox="1"/>
          <p:nvPr/>
        </p:nvSpPr>
        <p:spPr>
          <a:xfrm>
            <a:off x="0" y="-1006129"/>
            <a:ext cx="11160000" cy="251895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dirty="0"/>
              <a:t>F26 – Project-Timeline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197629B-F529-145B-DE01-BDB3A26BFC16}"/>
              </a:ext>
            </a:extLst>
          </p:cNvPr>
          <p:cNvCxnSpPr>
            <a:cxnSpLocks/>
          </p:cNvCxnSpPr>
          <p:nvPr/>
        </p:nvCxnSpPr>
        <p:spPr>
          <a:xfrm>
            <a:off x="993239" y="2655059"/>
            <a:ext cx="22582378" cy="0"/>
          </a:xfrm>
          <a:prstGeom prst="line">
            <a:avLst/>
          </a:prstGeom>
          <a:ln w="38100">
            <a:prstDash val="lg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TextBox 5">
            <a:extLst>
              <a:ext uri="{FF2B5EF4-FFF2-40B4-BE49-F238E27FC236}">
                <a16:creationId xmlns:a16="http://schemas.microsoft.com/office/drawing/2014/main" id="{C031279E-482D-598B-FE59-10B1C82713DE}"/>
              </a:ext>
            </a:extLst>
          </p:cNvPr>
          <p:cNvSpPr txBox="1"/>
          <p:nvPr/>
        </p:nvSpPr>
        <p:spPr>
          <a:xfrm>
            <a:off x="993239" y="2066067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April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5" name="TextBox 5">
            <a:extLst>
              <a:ext uri="{FF2B5EF4-FFF2-40B4-BE49-F238E27FC236}">
                <a16:creationId xmlns:a16="http://schemas.microsoft.com/office/drawing/2014/main" id="{B141DB0E-6AF4-593F-DB34-65A2DB9520D5}"/>
              </a:ext>
            </a:extLst>
          </p:cNvPr>
          <p:cNvSpPr txBox="1"/>
          <p:nvPr/>
        </p:nvSpPr>
        <p:spPr>
          <a:xfrm>
            <a:off x="5538735" y="2066066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May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6" name="TextBox 5">
            <a:extLst>
              <a:ext uri="{FF2B5EF4-FFF2-40B4-BE49-F238E27FC236}">
                <a16:creationId xmlns:a16="http://schemas.microsoft.com/office/drawing/2014/main" id="{1EB1E6F2-8F57-B714-C75A-F8313C058F14}"/>
              </a:ext>
            </a:extLst>
          </p:cNvPr>
          <p:cNvSpPr txBox="1"/>
          <p:nvPr/>
        </p:nvSpPr>
        <p:spPr>
          <a:xfrm>
            <a:off x="9713170" y="2066067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June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7" name="TextBox 5">
            <a:extLst>
              <a:ext uri="{FF2B5EF4-FFF2-40B4-BE49-F238E27FC236}">
                <a16:creationId xmlns:a16="http://schemas.microsoft.com/office/drawing/2014/main" id="{12CF2D84-2D05-C249-9508-2A0DCDC8EAC4}"/>
              </a:ext>
            </a:extLst>
          </p:cNvPr>
          <p:cNvSpPr txBox="1"/>
          <p:nvPr/>
        </p:nvSpPr>
        <p:spPr>
          <a:xfrm>
            <a:off x="13887605" y="2066065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July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8" name="TextBox 5">
            <a:extLst>
              <a:ext uri="{FF2B5EF4-FFF2-40B4-BE49-F238E27FC236}">
                <a16:creationId xmlns:a16="http://schemas.microsoft.com/office/drawing/2014/main" id="{B739EBB9-5155-C85C-9040-A30625CFEB2E}"/>
              </a:ext>
            </a:extLst>
          </p:cNvPr>
          <p:cNvSpPr txBox="1"/>
          <p:nvPr/>
        </p:nvSpPr>
        <p:spPr>
          <a:xfrm>
            <a:off x="18433101" y="2066064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August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9" name="TextBox 5">
            <a:extLst>
              <a:ext uri="{FF2B5EF4-FFF2-40B4-BE49-F238E27FC236}">
                <a16:creationId xmlns:a16="http://schemas.microsoft.com/office/drawing/2014/main" id="{C6295E03-8EF2-1B5E-EAA1-67BD5FEAF6DA}"/>
              </a:ext>
            </a:extLst>
          </p:cNvPr>
          <p:cNvSpPr txBox="1"/>
          <p:nvPr/>
        </p:nvSpPr>
        <p:spPr>
          <a:xfrm>
            <a:off x="22714594" y="2066067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Sep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6EDE3EF-0A0D-3609-5EB3-9B8A5A60326A}"/>
              </a:ext>
            </a:extLst>
          </p:cNvPr>
          <p:cNvCxnSpPr>
            <a:cxnSpLocks/>
          </p:cNvCxnSpPr>
          <p:nvPr/>
        </p:nvCxnSpPr>
        <p:spPr>
          <a:xfrm>
            <a:off x="993239" y="8139457"/>
            <a:ext cx="22582378" cy="0"/>
          </a:xfrm>
          <a:prstGeom prst="line">
            <a:avLst/>
          </a:prstGeom>
          <a:ln w="38100">
            <a:prstDash val="lg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TextBox 5">
            <a:extLst>
              <a:ext uri="{FF2B5EF4-FFF2-40B4-BE49-F238E27FC236}">
                <a16:creationId xmlns:a16="http://schemas.microsoft.com/office/drawing/2014/main" id="{FE06BFEF-8DAC-C05B-408A-288D7AD3E644}"/>
              </a:ext>
            </a:extLst>
          </p:cNvPr>
          <p:cNvSpPr txBox="1"/>
          <p:nvPr/>
        </p:nvSpPr>
        <p:spPr>
          <a:xfrm>
            <a:off x="993239" y="7550465"/>
            <a:ext cx="16439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October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2" name="TextBox 5">
            <a:extLst>
              <a:ext uri="{FF2B5EF4-FFF2-40B4-BE49-F238E27FC236}">
                <a16:creationId xmlns:a16="http://schemas.microsoft.com/office/drawing/2014/main" id="{D1EDBFF7-E5B0-DD07-5BDE-B1A5138FDD81}"/>
              </a:ext>
            </a:extLst>
          </p:cNvPr>
          <p:cNvSpPr txBox="1"/>
          <p:nvPr/>
        </p:nvSpPr>
        <p:spPr>
          <a:xfrm>
            <a:off x="5538734" y="7550464"/>
            <a:ext cx="1955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November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3" name="TextBox 5">
            <a:extLst>
              <a:ext uri="{FF2B5EF4-FFF2-40B4-BE49-F238E27FC236}">
                <a16:creationId xmlns:a16="http://schemas.microsoft.com/office/drawing/2014/main" id="{882C3924-F48E-2C40-F0F8-36FE56775112}"/>
              </a:ext>
            </a:extLst>
          </p:cNvPr>
          <p:cNvSpPr txBox="1"/>
          <p:nvPr/>
        </p:nvSpPr>
        <p:spPr>
          <a:xfrm>
            <a:off x="9713170" y="7550465"/>
            <a:ext cx="2094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December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4" name="TextBox 5">
            <a:extLst>
              <a:ext uri="{FF2B5EF4-FFF2-40B4-BE49-F238E27FC236}">
                <a16:creationId xmlns:a16="http://schemas.microsoft.com/office/drawing/2014/main" id="{A7935B48-95D2-EDA3-AF97-98A6520E8ECF}"/>
              </a:ext>
            </a:extLst>
          </p:cNvPr>
          <p:cNvSpPr txBox="1"/>
          <p:nvPr/>
        </p:nvSpPr>
        <p:spPr>
          <a:xfrm>
            <a:off x="14222222" y="7550463"/>
            <a:ext cx="1796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January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5" name="TextBox 5">
            <a:extLst>
              <a:ext uri="{FF2B5EF4-FFF2-40B4-BE49-F238E27FC236}">
                <a16:creationId xmlns:a16="http://schemas.microsoft.com/office/drawing/2014/main" id="{862D47C9-1026-729D-51A7-64187BE109B5}"/>
              </a:ext>
            </a:extLst>
          </p:cNvPr>
          <p:cNvSpPr txBox="1"/>
          <p:nvPr/>
        </p:nvSpPr>
        <p:spPr>
          <a:xfrm>
            <a:off x="18433101" y="7550462"/>
            <a:ext cx="1955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February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6" name="TextBox 5">
            <a:extLst>
              <a:ext uri="{FF2B5EF4-FFF2-40B4-BE49-F238E27FC236}">
                <a16:creationId xmlns:a16="http://schemas.microsoft.com/office/drawing/2014/main" id="{91BA5128-3226-CFC1-70D7-FEC259588277}"/>
              </a:ext>
            </a:extLst>
          </p:cNvPr>
          <p:cNvSpPr txBox="1"/>
          <p:nvPr/>
        </p:nvSpPr>
        <p:spPr>
          <a:xfrm>
            <a:off x="22563992" y="7542564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March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C9CA84A-9F19-1A67-79D6-4E7BF64E32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92" y="3210968"/>
            <a:ext cx="5614500" cy="32767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27692A36-FEA0-A0A7-0D6F-C972A09B7B12}"/>
              </a:ext>
            </a:extLst>
          </p:cNvPr>
          <p:cNvSpPr txBox="1"/>
          <p:nvPr/>
        </p:nvSpPr>
        <p:spPr>
          <a:xfrm>
            <a:off x="-596637" y="6519815"/>
            <a:ext cx="8579158" cy="4095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0000"/>
                </a:solidFill>
              </a:rPr>
              <a:t>TRACKSHEET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98AB4F25-7B7B-611F-121B-97CD938E1C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5861" y="3215635"/>
            <a:ext cx="5614500" cy="3267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">
            <a:extLst>
              <a:ext uri="{FF2B5EF4-FFF2-40B4-BE49-F238E27FC236}">
                <a16:creationId xmlns:a16="http://schemas.microsoft.com/office/drawing/2014/main" id="{518F3B93-1D38-8512-6A37-217EF0F7833B}"/>
              </a:ext>
            </a:extLst>
          </p:cNvPr>
          <p:cNvSpPr txBox="1"/>
          <p:nvPr/>
        </p:nvSpPr>
        <p:spPr>
          <a:xfrm>
            <a:off x="6803532" y="6617692"/>
            <a:ext cx="8579158" cy="4095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0000"/>
                </a:solidFill>
              </a:rPr>
              <a:t>PLANT DASHBOARD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59C3B8C7-706B-E205-EDBE-93CDAD5389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8541" y="3194955"/>
            <a:ext cx="5815451" cy="3288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E6322E12-DAEA-045A-91E4-B71BD714C229}"/>
              </a:ext>
            </a:extLst>
          </p:cNvPr>
          <p:cNvSpPr txBox="1"/>
          <p:nvPr/>
        </p:nvSpPr>
        <p:spPr>
          <a:xfrm>
            <a:off x="15382690" y="6610417"/>
            <a:ext cx="8579158" cy="4095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0000"/>
                </a:solidFill>
              </a:rPr>
              <a:t>SAFETY MANAGEMENT PORTAL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3612DD-7B23-7684-95F6-42C23F383B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8451" y="2909758"/>
            <a:ext cx="13355804" cy="7856562"/>
          </a:xfrm>
          <a:prstGeom prst="rect">
            <a:avLst/>
          </a:prstGeom>
          <a:ln>
            <a:noFill/>
          </a:ln>
          <a:effectLst>
            <a:outerShdw blurRad="63500" sx="195000" sy="195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884458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06DD6-A838-4106-8033-4BCF11698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red and black logo&#10;&#10;AI-generated content may be incorrect.">
            <a:extLst>
              <a:ext uri="{FF2B5EF4-FFF2-40B4-BE49-F238E27FC236}">
                <a16:creationId xmlns:a16="http://schemas.microsoft.com/office/drawing/2014/main" id="{9AFB75DE-BACB-9A91-04C9-E32C82E89CB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1523" y="516211"/>
            <a:ext cx="4962410" cy="726930"/>
          </a:xfrm>
          <a:prstGeom prst="rect">
            <a:avLst/>
          </a:prstGeom>
        </p:spPr>
      </p:pic>
      <p:sp>
        <p:nvSpPr>
          <p:cNvPr id="11" name="TITLE">
            <a:extLst>
              <a:ext uri="{FF2B5EF4-FFF2-40B4-BE49-F238E27FC236}">
                <a16:creationId xmlns:a16="http://schemas.microsoft.com/office/drawing/2014/main" id="{933622ED-82F3-BC42-EF25-80A82FF1F3F6}"/>
              </a:ext>
            </a:extLst>
          </p:cNvPr>
          <p:cNvSpPr txBox="1"/>
          <p:nvPr/>
        </p:nvSpPr>
        <p:spPr>
          <a:xfrm>
            <a:off x="0" y="-1006129"/>
            <a:ext cx="11160000" cy="251895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dirty="0"/>
              <a:t>F26 – Project-Timeline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5227B67-76FE-46F0-6007-B2DCBD5D508F}"/>
              </a:ext>
            </a:extLst>
          </p:cNvPr>
          <p:cNvCxnSpPr>
            <a:cxnSpLocks/>
          </p:cNvCxnSpPr>
          <p:nvPr/>
        </p:nvCxnSpPr>
        <p:spPr>
          <a:xfrm>
            <a:off x="993239" y="2655059"/>
            <a:ext cx="22582378" cy="0"/>
          </a:xfrm>
          <a:prstGeom prst="line">
            <a:avLst/>
          </a:prstGeom>
          <a:ln w="38100">
            <a:prstDash val="lg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TextBox 5">
            <a:extLst>
              <a:ext uri="{FF2B5EF4-FFF2-40B4-BE49-F238E27FC236}">
                <a16:creationId xmlns:a16="http://schemas.microsoft.com/office/drawing/2014/main" id="{C3B0C144-4A4B-9B4C-39DA-9191940E8DAA}"/>
              </a:ext>
            </a:extLst>
          </p:cNvPr>
          <p:cNvSpPr txBox="1"/>
          <p:nvPr/>
        </p:nvSpPr>
        <p:spPr>
          <a:xfrm>
            <a:off x="993239" y="2066067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April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5" name="TextBox 5">
            <a:extLst>
              <a:ext uri="{FF2B5EF4-FFF2-40B4-BE49-F238E27FC236}">
                <a16:creationId xmlns:a16="http://schemas.microsoft.com/office/drawing/2014/main" id="{83A2FD76-9A38-9AF6-7EDE-973A69A5D26A}"/>
              </a:ext>
            </a:extLst>
          </p:cNvPr>
          <p:cNvSpPr txBox="1"/>
          <p:nvPr/>
        </p:nvSpPr>
        <p:spPr>
          <a:xfrm>
            <a:off x="5538735" y="2066066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May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6" name="TextBox 5">
            <a:extLst>
              <a:ext uri="{FF2B5EF4-FFF2-40B4-BE49-F238E27FC236}">
                <a16:creationId xmlns:a16="http://schemas.microsoft.com/office/drawing/2014/main" id="{A2C2551F-4E36-BEFE-1312-8B5A8EA3D1CB}"/>
              </a:ext>
            </a:extLst>
          </p:cNvPr>
          <p:cNvSpPr txBox="1"/>
          <p:nvPr/>
        </p:nvSpPr>
        <p:spPr>
          <a:xfrm>
            <a:off x="9713170" y="2066067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June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7" name="TextBox 5">
            <a:extLst>
              <a:ext uri="{FF2B5EF4-FFF2-40B4-BE49-F238E27FC236}">
                <a16:creationId xmlns:a16="http://schemas.microsoft.com/office/drawing/2014/main" id="{C2A6D24F-9F3C-8BCF-C260-43FFB0912C1F}"/>
              </a:ext>
            </a:extLst>
          </p:cNvPr>
          <p:cNvSpPr txBox="1"/>
          <p:nvPr/>
        </p:nvSpPr>
        <p:spPr>
          <a:xfrm>
            <a:off x="13887605" y="2066065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July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8" name="TextBox 5">
            <a:extLst>
              <a:ext uri="{FF2B5EF4-FFF2-40B4-BE49-F238E27FC236}">
                <a16:creationId xmlns:a16="http://schemas.microsoft.com/office/drawing/2014/main" id="{E438B9F7-1F2D-3DCB-48A7-1AF27FCC9E25}"/>
              </a:ext>
            </a:extLst>
          </p:cNvPr>
          <p:cNvSpPr txBox="1"/>
          <p:nvPr/>
        </p:nvSpPr>
        <p:spPr>
          <a:xfrm>
            <a:off x="18433101" y="2066064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August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9" name="TextBox 5">
            <a:extLst>
              <a:ext uri="{FF2B5EF4-FFF2-40B4-BE49-F238E27FC236}">
                <a16:creationId xmlns:a16="http://schemas.microsoft.com/office/drawing/2014/main" id="{3FBCDFDB-03FE-9CCB-BD51-4B9D984456C2}"/>
              </a:ext>
            </a:extLst>
          </p:cNvPr>
          <p:cNvSpPr txBox="1"/>
          <p:nvPr/>
        </p:nvSpPr>
        <p:spPr>
          <a:xfrm>
            <a:off x="22714594" y="2066067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Sep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9AB6F4F-9467-DE8D-A50C-C64B37B2055B}"/>
              </a:ext>
            </a:extLst>
          </p:cNvPr>
          <p:cNvCxnSpPr>
            <a:cxnSpLocks/>
          </p:cNvCxnSpPr>
          <p:nvPr/>
        </p:nvCxnSpPr>
        <p:spPr>
          <a:xfrm>
            <a:off x="993239" y="8139457"/>
            <a:ext cx="22582378" cy="0"/>
          </a:xfrm>
          <a:prstGeom prst="line">
            <a:avLst/>
          </a:prstGeom>
          <a:ln w="38100">
            <a:prstDash val="lg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TextBox 5">
            <a:extLst>
              <a:ext uri="{FF2B5EF4-FFF2-40B4-BE49-F238E27FC236}">
                <a16:creationId xmlns:a16="http://schemas.microsoft.com/office/drawing/2014/main" id="{9B386EB8-9E51-15EA-05B6-D44999E15A45}"/>
              </a:ext>
            </a:extLst>
          </p:cNvPr>
          <p:cNvSpPr txBox="1"/>
          <p:nvPr/>
        </p:nvSpPr>
        <p:spPr>
          <a:xfrm>
            <a:off x="993239" y="7550465"/>
            <a:ext cx="16439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October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2" name="TextBox 5">
            <a:extLst>
              <a:ext uri="{FF2B5EF4-FFF2-40B4-BE49-F238E27FC236}">
                <a16:creationId xmlns:a16="http://schemas.microsoft.com/office/drawing/2014/main" id="{57A00F49-84EC-005D-BEFA-ED5EFD2CCA34}"/>
              </a:ext>
            </a:extLst>
          </p:cNvPr>
          <p:cNvSpPr txBox="1"/>
          <p:nvPr/>
        </p:nvSpPr>
        <p:spPr>
          <a:xfrm>
            <a:off x="5538734" y="7550464"/>
            <a:ext cx="1955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November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3" name="TextBox 5">
            <a:extLst>
              <a:ext uri="{FF2B5EF4-FFF2-40B4-BE49-F238E27FC236}">
                <a16:creationId xmlns:a16="http://schemas.microsoft.com/office/drawing/2014/main" id="{33383025-379D-6ADD-CCB0-4345A1C7EB72}"/>
              </a:ext>
            </a:extLst>
          </p:cNvPr>
          <p:cNvSpPr txBox="1"/>
          <p:nvPr/>
        </p:nvSpPr>
        <p:spPr>
          <a:xfrm>
            <a:off x="9713170" y="7550465"/>
            <a:ext cx="2094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December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4" name="TextBox 5">
            <a:extLst>
              <a:ext uri="{FF2B5EF4-FFF2-40B4-BE49-F238E27FC236}">
                <a16:creationId xmlns:a16="http://schemas.microsoft.com/office/drawing/2014/main" id="{656993FF-6BDF-7E11-5949-A364FEE659D0}"/>
              </a:ext>
            </a:extLst>
          </p:cNvPr>
          <p:cNvSpPr txBox="1"/>
          <p:nvPr/>
        </p:nvSpPr>
        <p:spPr>
          <a:xfrm>
            <a:off x="14222222" y="7550463"/>
            <a:ext cx="1796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January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5" name="TextBox 5">
            <a:extLst>
              <a:ext uri="{FF2B5EF4-FFF2-40B4-BE49-F238E27FC236}">
                <a16:creationId xmlns:a16="http://schemas.microsoft.com/office/drawing/2014/main" id="{58B9997B-2C57-4B86-6F63-32CB1CD1B12C}"/>
              </a:ext>
            </a:extLst>
          </p:cNvPr>
          <p:cNvSpPr txBox="1"/>
          <p:nvPr/>
        </p:nvSpPr>
        <p:spPr>
          <a:xfrm>
            <a:off x="18433101" y="7550462"/>
            <a:ext cx="1955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February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6" name="TextBox 5">
            <a:extLst>
              <a:ext uri="{FF2B5EF4-FFF2-40B4-BE49-F238E27FC236}">
                <a16:creationId xmlns:a16="http://schemas.microsoft.com/office/drawing/2014/main" id="{F92585FB-388B-0DBE-EDBF-6AEC452CC222}"/>
              </a:ext>
            </a:extLst>
          </p:cNvPr>
          <p:cNvSpPr txBox="1"/>
          <p:nvPr/>
        </p:nvSpPr>
        <p:spPr>
          <a:xfrm>
            <a:off x="22563992" y="7542564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March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7DBA5B8-0249-24CD-4EA2-A5E9D340CC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92" y="3210968"/>
            <a:ext cx="5614500" cy="32767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F0199DD3-8F3F-FC61-4824-9105A08B2B4A}"/>
              </a:ext>
            </a:extLst>
          </p:cNvPr>
          <p:cNvSpPr txBox="1"/>
          <p:nvPr/>
        </p:nvSpPr>
        <p:spPr>
          <a:xfrm>
            <a:off x="-596637" y="6519815"/>
            <a:ext cx="8579158" cy="4095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0000"/>
                </a:solidFill>
              </a:rPr>
              <a:t>TRACKSHEET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146EFCEE-1E2D-DB6A-B1CB-E65CD1B619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5861" y="3215635"/>
            <a:ext cx="5614500" cy="3267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">
            <a:extLst>
              <a:ext uri="{FF2B5EF4-FFF2-40B4-BE49-F238E27FC236}">
                <a16:creationId xmlns:a16="http://schemas.microsoft.com/office/drawing/2014/main" id="{102B9465-D1C8-F47F-14A9-0ABB129EF733}"/>
              </a:ext>
            </a:extLst>
          </p:cNvPr>
          <p:cNvSpPr txBox="1"/>
          <p:nvPr/>
        </p:nvSpPr>
        <p:spPr>
          <a:xfrm>
            <a:off x="6803532" y="6617692"/>
            <a:ext cx="8579158" cy="4095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0000"/>
                </a:solidFill>
              </a:rPr>
              <a:t>PLANT DASHBOARD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DEB7863D-C244-BE9A-8B68-22C6B9CD64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8541" y="3194955"/>
            <a:ext cx="5815451" cy="3288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97E25519-54E1-2D7A-C1F7-B96131CF1376}"/>
              </a:ext>
            </a:extLst>
          </p:cNvPr>
          <p:cNvSpPr txBox="1"/>
          <p:nvPr/>
        </p:nvSpPr>
        <p:spPr>
          <a:xfrm>
            <a:off x="15382690" y="6610417"/>
            <a:ext cx="8579158" cy="4095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0000"/>
                </a:solidFill>
              </a:rPr>
              <a:t>SAFETY MANAGEMENT PORTAL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64F092-7749-6671-421C-171D9FD57B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274" y="8834040"/>
            <a:ext cx="5681222" cy="3341983"/>
          </a:xfrm>
          <a:prstGeom prst="rect">
            <a:avLst/>
          </a:prstGeom>
          <a:ln>
            <a:noFill/>
          </a:ln>
          <a:effectLst>
            <a:outerShdw blurRad="63500" sx="1000" sy="1000" algn="ctr" rotWithShape="0">
              <a:prstClr val="black">
                <a:alpha val="40000"/>
              </a:prstClr>
            </a:outerShdw>
          </a:effectLst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12C296A0-FAFF-B19B-2033-6A1930C5D6D9}"/>
              </a:ext>
            </a:extLst>
          </p:cNvPr>
          <p:cNvSpPr txBox="1"/>
          <p:nvPr/>
        </p:nvSpPr>
        <p:spPr>
          <a:xfrm>
            <a:off x="-337176" y="12444767"/>
            <a:ext cx="8579158" cy="4095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0000"/>
                </a:solidFill>
              </a:rPr>
              <a:t>MANPOWER ATTENDANCE DASHBOARD</a:t>
            </a:r>
          </a:p>
        </p:txBody>
      </p:sp>
    </p:spTree>
    <p:extLst>
      <p:ext uri="{BB962C8B-B14F-4D97-AF65-F5344CB8AC3E}">
        <p14:creationId xmlns:p14="http://schemas.microsoft.com/office/powerpoint/2010/main" val="20585432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39549-9CBA-0C47-7091-0659EE523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red and black logo&#10;&#10;AI-generated content may be incorrect.">
            <a:extLst>
              <a:ext uri="{FF2B5EF4-FFF2-40B4-BE49-F238E27FC236}">
                <a16:creationId xmlns:a16="http://schemas.microsoft.com/office/drawing/2014/main" id="{8FCA1728-907E-8838-EFB5-5E422736CC7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1523" y="516211"/>
            <a:ext cx="4962410" cy="726930"/>
          </a:xfrm>
          <a:prstGeom prst="rect">
            <a:avLst/>
          </a:prstGeom>
        </p:spPr>
      </p:pic>
      <p:sp>
        <p:nvSpPr>
          <p:cNvPr id="11" name="TITLE">
            <a:extLst>
              <a:ext uri="{FF2B5EF4-FFF2-40B4-BE49-F238E27FC236}">
                <a16:creationId xmlns:a16="http://schemas.microsoft.com/office/drawing/2014/main" id="{65E91861-559E-393B-EDF1-DF8EDC108B52}"/>
              </a:ext>
            </a:extLst>
          </p:cNvPr>
          <p:cNvSpPr txBox="1"/>
          <p:nvPr/>
        </p:nvSpPr>
        <p:spPr>
          <a:xfrm>
            <a:off x="0" y="-1006129"/>
            <a:ext cx="11160000" cy="251895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dirty="0"/>
              <a:t>F26 – Project-Timeline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9B4E3DA-6B2E-5802-1D1F-BE2ACA3E57E4}"/>
              </a:ext>
            </a:extLst>
          </p:cNvPr>
          <p:cNvCxnSpPr>
            <a:cxnSpLocks/>
          </p:cNvCxnSpPr>
          <p:nvPr/>
        </p:nvCxnSpPr>
        <p:spPr>
          <a:xfrm>
            <a:off x="993239" y="2655059"/>
            <a:ext cx="22582378" cy="0"/>
          </a:xfrm>
          <a:prstGeom prst="line">
            <a:avLst/>
          </a:prstGeom>
          <a:ln w="38100">
            <a:prstDash val="lg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TextBox 5">
            <a:extLst>
              <a:ext uri="{FF2B5EF4-FFF2-40B4-BE49-F238E27FC236}">
                <a16:creationId xmlns:a16="http://schemas.microsoft.com/office/drawing/2014/main" id="{09F59CC1-7B5B-06E9-9DE7-A16CB1CED135}"/>
              </a:ext>
            </a:extLst>
          </p:cNvPr>
          <p:cNvSpPr txBox="1"/>
          <p:nvPr/>
        </p:nvSpPr>
        <p:spPr>
          <a:xfrm>
            <a:off x="993239" y="2066067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April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5" name="TextBox 5">
            <a:extLst>
              <a:ext uri="{FF2B5EF4-FFF2-40B4-BE49-F238E27FC236}">
                <a16:creationId xmlns:a16="http://schemas.microsoft.com/office/drawing/2014/main" id="{F0BF7BC1-CD51-3D87-1026-1B406B936E5C}"/>
              </a:ext>
            </a:extLst>
          </p:cNvPr>
          <p:cNvSpPr txBox="1"/>
          <p:nvPr/>
        </p:nvSpPr>
        <p:spPr>
          <a:xfrm>
            <a:off x="5538735" y="2066066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May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6" name="TextBox 5">
            <a:extLst>
              <a:ext uri="{FF2B5EF4-FFF2-40B4-BE49-F238E27FC236}">
                <a16:creationId xmlns:a16="http://schemas.microsoft.com/office/drawing/2014/main" id="{F3232F7C-5EC3-F874-0E3C-B3BC6050F7A0}"/>
              </a:ext>
            </a:extLst>
          </p:cNvPr>
          <p:cNvSpPr txBox="1"/>
          <p:nvPr/>
        </p:nvSpPr>
        <p:spPr>
          <a:xfrm>
            <a:off x="9713170" y="2066067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June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7" name="TextBox 5">
            <a:extLst>
              <a:ext uri="{FF2B5EF4-FFF2-40B4-BE49-F238E27FC236}">
                <a16:creationId xmlns:a16="http://schemas.microsoft.com/office/drawing/2014/main" id="{D3C853B3-5E74-C0FE-5487-E6AB250A7560}"/>
              </a:ext>
            </a:extLst>
          </p:cNvPr>
          <p:cNvSpPr txBox="1"/>
          <p:nvPr/>
        </p:nvSpPr>
        <p:spPr>
          <a:xfrm>
            <a:off x="13887605" y="2066065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July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8" name="TextBox 5">
            <a:extLst>
              <a:ext uri="{FF2B5EF4-FFF2-40B4-BE49-F238E27FC236}">
                <a16:creationId xmlns:a16="http://schemas.microsoft.com/office/drawing/2014/main" id="{09832927-842A-68CC-0182-9B941F7DB029}"/>
              </a:ext>
            </a:extLst>
          </p:cNvPr>
          <p:cNvSpPr txBox="1"/>
          <p:nvPr/>
        </p:nvSpPr>
        <p:spPr>
          <a:xfrm>
            <a:off x="18433101" y="2066064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August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9" name="TextBox 5">
            <a:extLst>
              <a:ext uri="{FF2B5EF4-FFF2-40B4-BE49-F238E27FC236}">
                <a16:creationId xmlns:a16="http://schemas.microsoft.com/office/drawing/2014/main" id="{410C02E9-B2E0-E2FE-1657-CF8574DE3725}"/>
              </a:ext>
            </a:extLst>
          </p:cNvPr>
          <p:cNvSpPr txBox="1"/>
          <p:nvPr/>
        </p:nvSpPr>
        <p:spPr>
          <a:xfrm>
            <a:off x="22714594" y="2066067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Sep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8065551-2F3C-DAA6-F4A7-40DA42B96D9A}"/>
              </a:ext>
            </a:extLst>
          </p:cNvPr>
          <p:cNvCxnSpPr>
            <a:cxnSpLocks/>
          </p:cNvCxnSpPr>
          <p:nvPr/>
        </p:nvCxnSpPr>
        <p:spPr>
          <a:xfrm>
            <a:off x="993239" y="8139457"/>
            <a:ext cx="22582378" cy="0"/>
          </a:xfrm>
          <a:prstGeom prst="line">
            <a:avLst/>
          </a:prstGeom>
          <a:ln w="38100">
            <a:prstDash val="lg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TextBox 5">
            <a:extLst>
              <a:ext uri="{FF2B5EF4-FFF2-40B4-BE49-F238E27FC236}">
                <a16:creationId xmlns:a16="http://schemas.microsoft.com/office/drawing/2014/main" id="{CABB6399-90E1-EAB9-3D51-AC8E7232A2A9}"/>
              </a:ext>
            </a:extLst>
          </p:cNvPr>
          <p:cNvSpPr txBox="1"/>
          <p:nvPr/>
        </p:nvSpPr>
        <p:spPr>
          <a:xfrm>
            <a:off x="993239" y="7550465"/>
            <a:ext cx="16439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October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2" name="TextBox 5">
            <a:extLst>
              <a:ext uri="{FF2B5EF4-FFF2-40B4-BE49-F238E27FC236}">
                <a16:creationId xmlns:a16="http://schemas.microsoft.com/office/drawing/2014/main" id="{48AB6BFD-DDCC-1A44-3469-20C6B29960D7}"/>
              </a:ext>
            </a:extLst>
          </p:cNvPr>
          <p:cNvSpPr txBox="1"/>
          <p:nvPr/>
        </p:nvSpPr>
        <p:spPr>
          <a:xfrm>
            <a:off x="5538734" y="7550464"/>
            <a:ext cx="1955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November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3" name="TextBox 5">
            <a:extLst>
              <a:ext uri="{FF2B5EF4-FFF2-40B4-BE49-F238E27FC236}">
                <a16:creationId xmlns:a16="http://schemas.microsoft.com/office/drawing/2014/main" id="{8C8B2C9C-D8E0-CEB0-1DA3-D74AFAAA0B8A}"/>
              </a:ext>
            </a:extLst>
          </p:cNvPr>
          <p:cNvSpPr txBox="1"/>
          <p:nvPr/>
        </p:nvSpPr>
        <p:spPr>
          <a:xfrm>
            <a:off x="9713170" y="7550465"/>
            <a:ext cx="2094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December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4" name="TextBox 5">
            <a:extLst>
              <a:ext uri="{FF2B5EF4-FFF2-40B4-BE49-F238E27FC236}">
                <a16:creationId xmlns:a16="http://schemas.microsoft.com/office/drawing/2014/main" id="{134CCB12-A8A6-1221-324C-68A4325B8175}"/>
              </a:ext>
            </a:extLst>
          </p:cNvPr>
          <p:cNvSpPr txBox="1"/>
          <p:nvPr/>
        </p:nvSpPr>
        <p:spPr>
          <a:xfrm>
            <a:off x="14222222" y="7550463"/>
            <a:ext cx="1796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January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5" name="TextBox 5">
            <a:extLst>
              <a:ext uri="{FF2B5EF4-FFF2-40B4-BE49-F238E27FC236}">
                <a16:creationId xmlns:a16="http://schemas.microsoft.com/office/drawing/2014/main" id="{97E31C81-4006-3F5D-AE22-FF3DB161B3F1}"/>
              </a:ext>
            </a:extLst>
          </p:cNvPr>
          <p:cNvSpPr txBox="1"/>
          <p:nvPr/>
        </p:nvSpPr>
        <p:spPr>
          <a:xfrm>
            <a:off x="18433101" y="7550462"/>
            <a:ext cx="1955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February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6" name="TextBox 5">
            <a:extLst>
              <a:ext uri="{FF2B5EF4-FFF2-40B4-BE49-F238E27FC236}">
                <a16:creationId xmlns:a16="http://schemas.microsoft.com/office/drawing/2014/main" id="{78DB6310-9282-753F-4E98-A88684B4A37F}"/>
              </a:ext>
            </a:extLst>
          </p:cNvPr>
          <p:cNvSpPr txBox="1"/>
          <p:nvPr/>
        </p:nvSpPr>
        <p:spPr>
          <a:xfrm>
            <a:off x="22563992" y="7542564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March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6C6B392-75B1-F363-0117-03BD04D3DA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92" y="3210968"/>
            <a:ext cx="5614500" cy="32767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0581BF24-7F72-5C2D-C3EF-F3A94A0CBCF0}"/>
              </a:ext>
            </a:extLst>
          </p:cNvPr>
          <p:cNvSpPr txBox="1"/>
          <p:nvPr/>
        </p:nvSpPr>
        <p:spPr>
          <a:xfrm>
            <a:off x="-596637" y="6519815"/>
            <a:ext cx="8579158" cy="4095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0000"/>
                </a:solidFill>
              </a:rPr>
              <a:t>TRACKSHEET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C8C7FB7F-4383-9EF0-C8D3-9D4F605F2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5861" y="3215635"/>
            <a:ext cx="5614500" cy="3267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">
            <a:extLst>
              <a:ext uri="{FF2B5EF4-FFF2-40B4-BE49-F238E27FC236}">
                <a16:creationId xmlns:a16="http://schemas.microsoft.com/office/drawing/2014/main" id="{72DF37AE-6D9F-AC5F-0217-53DADC938757}"/>
              </a:ext>
            </a:extLst>
          </p:cNvPr>
          <p:cNvSpPr txBox="1"/>
          <p:nvPr/>
        </p:nvSpPr>
        <p:spPr>
          <a:xfrm>
            <a:off x="6803532" y="6617692"/>
            <a:ext cx="8579158" cy="4095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0000"/>
                </a:solidFill>
              </a:rPr>
              <a:t>PLANT DASHBOARD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C3FA8C26-39C4-7485-A7FE-259520FA71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8541" y="3194955"/>
            <a:ext cx="5815451" cy="3288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52F6B9B8-6463-5C81-D293-FA7BA3B8160E}"/>
              </a:ext>
            </a:extLst>
          </p:cNvPr>
          <p:cNvSpPr txBox="1"/>
          <p:nvPr/>
        </p:nvSpPr>
        <p:spPr>
          <a:xfrm>
            <a:off x="15382690" y="6610417"/>
            <a:ext cx="8579158" cy="4095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0000"/>
                </a:solidFill>
              </a:rPr>
              <a:t>SAFETY MANAGEMENT PORTAL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3DE3C4CA-6C57-728E-0375-C0269DDE67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274" y="8834040"/>
            <a:ext cx="5702258" cy="3341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BD274D52-8C2B-E281-9E70-1BF551F76550}"/>
              </a:ext>
            </a:extLst>
          </p:cNvPr>
          <p:cNvSpPr txBox="1"/>
          <p:nvPr/>
        </p:nvSpPr>
        <p:spPr>
          <a:xfrm>
            <a:off x="-337176" y="12444767"/>
            <a:ext cx="8579158" cy="4095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0000"/>
                </a:solidFill>
              </a:rPr>
              <a:t>MANPOWER ATTENDANCE DASHBOARD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197BE92B-7472-9F3D-F115-76E889B88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1250" y="-955892"/>
            <a:ext cx="15542215" cy="1554221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50909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2001E-EF67-AC32-9DA3-B67BE637E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red and black logo&#10;&#10;AI-generated content may be incorrect.">
            <a:extLst>
              <a:ext uri="{FF2B5EF4-FFF2-40B4-BE49-F238E27FC236}">
                <a16:creationId xmlns:a16="http://schemas.microsoft.com/office/drawing/2014/main" id="{55C31961-50CA-C28D-1FBF-0340C0AC1F6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1523" y="516211"/>
            <a:ext cx="4962410" cy="726930"/>
          </a:xfrm>
          <a:prstGeom prst="rect">
            <a:avLst/>
          </a:prstGeom>
        </p:spPr>
      </p:pic>
      <p:sp>
        <p:nvSpPr>
          <p:cNvPr id="11" name="TITLE">
            <a:extLst>
              <a:ext uri="{FF2B5EF4-FFF2-40B4-BE49-F238E27FC236}">
                <a16:creationId xmlns:a16="http://schemas.microsoft.com/office/drawing/2014/main" id="{9806E3FD-100E-EC7D-7CA1-DD52E5EA7C0D}"/>
              </a:ext>
            </a:extLst>
          </p:cNvPr>
          <p:cNvSpPr txBox="1"/>
          <p:nvPr/>
        </p:nvSpPr>
        <p:spPr>
          <a:xfrm>
            <a:off x="0" y="-1006129"/>
            <a:ext cx="11160000" cy="251895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dirty="0"/>
              <a:t>F26 – Project-Timeline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2E6B07-26FD-6CC5-E11E-6F4E66400B54}"/>
              </a:ext>
            </a:extLst>
          </p:cNvPr>
          <p:cNvCxnSpPr>
            <a:cxnSpLocks/>
          </p:cNvCxnSpPr>
          <p:nvPr/>
        </p:nvCxnSpPr>
        <p:spPr>
          <a:xfrm>
            <a:off x="993239" y="2655059"/>
            <a:ext cx="22582378" cy="0"/>
          </a:xfrm>
          <a:prstGeom prst="line">
            <a:avLst/>
          </a:prstGeom>
          <a:ln w="38100">
            <a:prstDash val="lg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TextBox 5">
            <a:extLst>
              <a:ext uri="{FF2B5EF4-FFF2-40B4-BE49-F238E27FC236}">
                <a16:creationId xmlns:a16="http://schemas.microsoft.com/office/drawing/2014/main" id="{C77E2B37-DCA6-57EC-3EA2-F7C723E128E9}"/>
              </a:ext>
            </a:extLst>
          </p:cNvPr>
          <p:cNvSpPr txBox="1"/>
          <p:nvPr/>
        </p:nvSpPr>
        <p:spPr>
          <a:xfrm>
            <a:off x="993239" y="2066067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April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5" name="TextBox 5">
            <a:extLst>
              <a:ext uri="{FF2B5EF4-FFF2-40B4-BE49-F238E27FC236}">
                <a16:creationId xmlns:a16="http://schemas.microsoft.com/office/drawing/2014/main" id="{886F1402-2FD7-9642-280E-E013D9623711}"/>
              </a:ext>
            </a:extLst>
          </p:cNvPr>
          <p:cNvSpPr txBox="1"/>
          <p:nvPr/>
        </p:nvSpPr>
        <p:spPr>
          <a:xfrm>
            <a:off x="5538735" y="2066066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May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6" name="TextBox 5">
            <a:extLst>
              <a:ext uri="{FF2B5EF4-FFF2-40B4-BE49-F238E27FC236}">
                <a16:creationId xmlns:a16="http://schemas.microsoft.com/office/drawing/2014/main" id="{0250893B-25CB-8266-75A2-4EEEB1B01AB4}"/>
              </a:ext>
            </a:extLst>
          </p:cNvPr>
          <p:cNvSpPr txBox="1"/>
          <p:nvPr/>
        </p:nvSpPr>
        <p:spPr>
          <a:xfrm>
            <a:off x="9713170" y="2066067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June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7" name="TextBox 5">
            <a:extLst>
              <a:ext uri="{FF2B5EF4-FFF2-40B4-BE49-F238E27FC236}">
                <a16:creationId xmlns:a16="http://schemas.microsoft.com/office/drawing/2014/main" id="{EA2EAAF6-E723-D90C-0D0F-BC619AF95DBD}"/>
              </a:ext>
            </a:extLst>
          </p:cNvPr>
          <p:cNvSpPr txBox="1"/>
          <p:nvPr/>
        </p:nvSpPr>
        <p:spPr>
          <a:xfrm>
            <a:off x="13887605" y="2066065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July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8" name="TextBox 5">
            <a:extLst>
              <a:ext uri="{FF2B5EF4-FFF2-40B4-BE49-F238E27FC236}">
                <a16:creationId xmlns:a16="http://schemas.microsoft.com/office/drawing/2014/main" id="{8AB6BD1C-7978-FB95-67A1-00DF53296656}"/>
              </a:ext>
            </a:extLst>
          </p:cNvPr>
          <p:cNvSpPr txBox="1"/>
          <p:nvPr/>
        </p:nvSpPr>
        <p:spPr>
          <a:xfrm>
            <a:off x="18433101" y="2066064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August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9" name="TextBox 5">
            <a:extLst>
              <a:ext uri="{FF2B5EF4-FFF2-40B4-BE49-F238E27FC236}">
                <a16:creationId xmlns:a16="http://schemas.microsoft.com/office/drawing/2014/main" id="{33A4F25B-7E45-17B8-65A0-38AC17540CDF}"/>
              </a:ext>
            </a:extLst>
          </p:cNvPr>
          <p:cNvSpPr txBox="1"/>
          <p:nvPr/>
        </p:nvSpPr>
        <p:spPr>
          <a:xfrm>
            <a:off x="22714594" y="2066067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Sep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787DCF9-CC68-0908-C8D2-6E671F679F51}"/>
              </a:ext>
            </a:extLst>
          </p:cNvPr>
          <p:cNvCxnSpPr>
            <a:cxnSpLocks/>
          </p:cNvCxnSpPr>
          <p:nvPr/>
        </p:nvCxnSpPr>
        <p:spPr>
          <a:xfrm>
            <a:off x="993239" y="8139457"/>
            <a:ext cx="22582378" cy="0"/>
          </a:xfrm>
          <a:prstGeom prst="line">
            <a:avLst/>
          </a:prstGeom>
          <a:ln w="38100">
            <a:prstDash val="lg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TextBox 5">
            <a:extLst>
              <a:ext uri="{FF2B5EF4-FFF2-40B4-BE49-F238E27FC236}">
                <a16:creationId xmlns:a16="http://schemas.microsoft.com/office/drawing/2014/main" id="{2E925125-4CE8-CC1C-2FED-11C50B7E7EF7}"/>
              </a:ext>
            </a:extLst>
          </p:cNvPr>
          <p:cNvSpPr txBox="1"/>
          <p:nvPr/>
        </p:nvSpPr>
        <p:spPr>
          <a:xfrm>
            <a:off x="993239" y="7550465"/>
            <a:ext cx="16439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October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2" name="TextBox 5">
            <a:extLst>
              <a:ext uri="{FF2B5EF4-FFF2-40B4-BE49-F238E27FC236}">
                <a16:creationId xmlns:a16="http://schemas.microsoft.com/office/drawing/2014/main" id="{F38F591A-4820-BFDA-0036-6D176A038264}"/>
              </a:ext>
            </a:extLst>
          </p:cNvPr>
          <p:cNvSpPr txBox="1"/>
          <p:nvPr/>
        </p:nvSpPr>
        <p:spPr>
          <a:xfrm>
            <a:off x="5538734" y="7550464"/>
            <a:ext cx="1955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November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3" name="TextBox 5">
            <a:extLst>
              <a:ext uri="{FF2B5EF4-FFF2-40B4-BE49-F238E27FC236}">
                <a16:creationId xmlns:a16="http://schemas.microsoft.com/office/drawing/2014/main" id="{E1C8E7C6-A2E8-9757-1A36-99D891BC7BC7}"/>
              </a:ext>
            </a:extLst>
          </p:cNvPr>
          <p:cNvSpPr txBox="1"/>
          <p:nvPr/>
        </p:nvSpPr>
        <p:spPr>
          <a:xfrm>
            <a:off x="9713170" y="7550465"/>
            <a:ext cx="2094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December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4" name="TextBox 5">
            <a:extLst>
              <a:ext uri="{FF2B5EF4-FFF2-40B4-BE49-F238E27FC236}">
                <a16:creationId xmlns:a16="http://schemas.microsoft.com/office/drawing/2014/main" id="{7648C6E4-71AD-833A-CFB7-BE24E42D4990}"/>
              </a:ext>
            </a:extLst>
          </p:cNvPr>
          <p:cNvSpPr txBox="1"/>
          <p:nvPr/>
        </p:nvSpPr>
        <p:spPr>
          <a:xfrm>
            <a:off x="14222222" y="7550463"/>
            <a:ext cx="1796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January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5" name="TextBox 5">
            <a:extLst>
              <a:ext uri="{FF2B5EF4-FFF2-40B4-BE49-F238E27FC236}">
                <a16:creationId xmlns:a16="http://schemas.microsoft.com/office/drawing/2014/main" id="{C393E8B4-A978-736E-7F4F-C7DEC3103179}"/>
              </a:ext>
            </a:extLst>
          </p:cNvPr>
          <p:cNvSpPr txBox="1"/>
          <p:nvPr/>
        </p:nvSpPr>
        <p:spPr>
          <a:xfrm>
            <a:off x="18433101" y="7550462"/>
            <a:ext cx="1955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February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6" name="TextBox 5">
            <a:extLst>
              <a:ext uri="{FF2B5EF4-FFF2-40B4-BE49-F238E27FC236}">
                <a16:creationId xmlns:a16="http://schemas.microsoft.com/office/drawing/2014/main" id="{AC187FD1-61FA-3349-EA3C-5FD33F7F970C}"/>
              </a:ext>
            </a:extLst>
          </p:cNvPr>
          <p:cNvSpPr txBox="1"/>
          <p:nvPr/>
        </p:nvSpPr>
        <p:spPr>
          <a:xfrm>
            <a:off x="22563992" y="7542564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March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233AEAE-E1B3-2DE0-BA8C-C80B9AC838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92" y="3210968"/>
            <a:ext cx="5614500" cy="32767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9E79658C-FB39-7602-C78B-98D9364A9397}"/>
              </a:ext>
            </a:extLst>
          </p:cNvPr>
          <p:cNvSpPr txBox="1"/>
          <p:nvPr/>
        </p:nvSpPr>
        <p:spPr>
          <a:xfrm>
            <a:off x="-596637" y="6519815"/>
            <a:ext cx="8579158" cy="4095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0000"/>
                </a:solidFill>
              </a:rPr>
              <a:t>TRACKSHEET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FE959ED3-2311-6B1A-2000-AD611A36A4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5861" y="3215635"/>
            <a:ext cx="5614500" cy="3267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">
            <a:extLst>
              <a:ext uri="{FF2B5EF4-FFF2-40B4-BE49-F238E27FC236}">
                <a16:creationId xmlns:a16="http://schemas.microsoft.com/office/drawing/2014/main" id="{BC1FC809-C97F-BE34-C352-84ECA8E704A2}"/>
              </a:ext>
            </a:extLst>
          </p:cNvPr>
          <p:cNvSpPr txBox="1"/>
          <p:nvPr/>
        </p:nvSpPr>
        <p:spPr>
          <a:xfrm>
            <a:off x="6803532" y="6617692"/>
            <a:ext cx="8579158" cy="4095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0000"/>
                </a:solidFill>
              </a:rPr>
              <a:t>PLANT DASHBOARD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278FE58C-59C6-F869-24EB-9CBDC5489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8541" y="3194955"/>
            <a:ext cx="5815451" cy="3288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E68535E2-14A2-7E21-6DE4-3007D0285BF5}"/>
              </a:ext>
            </a:extLst>
          </p:cNvPr>
          <p:cNvSpPr txBox="1"/>
          <p:nvPr/>
        </p:nvSpPr>
        <p:spPr>
          <a:xfrm>
            <a:off x="15382690" y="6610417"/>
            <a:ext cx="8579158" cy="4095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0000"/>
                </a:solidFill>
              </a:rPr>
              <a:t>SAFETY MANAGEMENT PORTAL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CB9990E8-2123-C6F1-B98C-B87BB4CD6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274" y="8834040"/>
            <a:ext cx="5702258" cy="3341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BD918F24-6EAA-B206-8980-E7A8110CE646}"/>
              </a:ext>
            </a:extLst>
          </p:cNvPr>
          <p:cNvSpPr txBox="1"/>
          <p:nvPr/>
        </p:nvSpPr>
        <p:spPr>
          <a:xfrm>
            <a:off x="-337176" y="12444767"/>
            <a:ext cx="8579158" cy="4095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0000"/>
                </a:solidFill>
              </a:rPr>
              <a:t>MANPOWER ATTENDANCE DASHBOARD</a:t>
            </a:r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CF304DB9-4492-9C9F-B555-4E301B6F67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2896" y="8332002"/>
            <a:ext cx="4431911" cy="442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">
            <a:extLst>
              <a:ext uri="{FF2B5EF4-FFF2-40B4-BE49-F238E27FC236}">
                <a16:creationId xmlns:a16="http://schemas.microsoft.com/office/drawing/2014/main" id="{81F6DC60-F714-AC41-2957-65AE0EBE6210}"/>
              </a:ext>
            </a:extLst>
          </p:cNvPr>
          <p:cNvSpPr txBox="1"/>
          <p:nvPr/>
        </p:nvSpPr>
        <p:spPr>
          <a:xfrm>
            <a:off x="7494103" y="12444767"/>
            <a:ext cx="4991159" cy="40959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0000"/>
                </a:solidFill>
              </a:rPr>
              <a:t>FIRE UP PORTAL</a:t>
            </a:r>
          </a:p>
        </p:txBody>
      </p:sp>
    </p:spTree>
    <p:extLst>
      <p:ext uri="{BB962C8B-B14F-4D97-AF65-F5344CB8AC3E}">
        <p14:creationId xmlns:p14="http://schemas.microsoft.com/office/powerpoint/2010/main" val="1333478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0A553-E6AB-F729-6395-E78305492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red and black logo&#10;&#10;AI-generated content may be incorrect.">
            <a:extLst>
              <a:ext uri="{FF2B5EF4-FFF2-40B4-BE49-F238E27FC236}">
                <a16:creationId xmlns:a16="http://schemas.microsoft.com/office/drawing/2014/main" id="{1FA8B4D1-0A9D-9DAE-468F-4E326790E98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1523" y="516211"/>
            <a:ext cx="4962410" cy="726930"/>
          </a:xfrm>
          <a:prstGeom prst="rect">
            <a:avLst/>
          </a:prstGeom>
        </p:spPr>
      </p:pic>
      <p:sp>
        <p:nvSpPr>
          <p:cNvPr id="11" name="TITLE">
            <a:extLst>
              <a:ext uri="{FF2B5EF4-FFF2-40B4-BE49-F238E27FC236}">
                <a16:creationId xmlns:a16="http://schemas.microsoft.com/office/drawing/2014/main" id="{1265939B-B731-8674-66BB-F270611543E4}"/>
              </a:ext>
            </a:extLst>
          </p:cNvPr>
          <p:cNvSpPr txBox="1"/>
          <p:nvPr/>
        </p:nvSpPr>
        <p:spPr>
          <a:xfrm>
            <a:off x="0" y="-1006129"/>
            <a:ext cx="11160000" cy="251895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dirty="0"/>
              <a:t>F26 – Project-Timeline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859EB3A-EB73-2361-DDE1-C2E59DFFD6B8}"/>
              </a:ext>
            </a:extLst>
          </p:cNvPr>
          <p:cNvCxnSpPr>
            <a:cxnSpLocks/>
          </p:cNvCxnSpPr>
          <p:nvPr/>
        </p:nvCxnSpPr>
        <p:spPr>
          <a:xfrm>
            <a:off x="993239" y="2655059"/>
            <a:ext cx="22582378" cy="0"/>
          </a:xfrm>
          <a:prstGeom prst="line">
            <a:avLst/>
          </a:prstGeom>
          <a:ln w="38100">
            <a:prstDash val="lg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TextBox 5">
            <a:extLst>
              <a:ext uri="{FF2B5EF4-FFF2-40B4-BE49-F238E27FC236}">
                <a16:creationId xmlns:a16="http://schemas.microsoft.com/office/drawing/2014/main" id="{D066DD80-2D42-0F8D-1413-CD32E2C608C6}"/>
              </a:ext>
            </a:extLst>
          </p:cNvPr>
          <p:cNvSpPr txBox="1"/>
          <p:nvPr/>
        </p:nvSpPr>
        <p:spPr>
          <a:xfrm>
            <a:off x="993239" y="2066067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April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5" name="TextBox 5">
            <a:extLst>
              <a:ext uri="{FF2B5EF4-FFF2-40B4-BE49-F238E27FC236}">
                <a16:creationId xmlns:a16="http://schemas.microsoft.com/office/drawing/2014/main" id="{3C4A7049-EA6E-F1E3-45DA-0157AF447362}"/>
              </a:ext>
            </a:extLst>
          </p:cNvPr>
          <p:cNvSpPr txBox="1"/>
          <p:nvPr/>
        </p:nvSpPr>
        <p:spPr>
          <a:xfrm>
            <a:off x="5538735" y="2066066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May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6" name="TextBox 5">
            <a:extLst>
              <a:ext uri="{FF2B5EF4-FFF2-40B4-BE49-F238E27FC236}">
                <a16:creationId xmlns:a16="http://schemas.microsoft.com/office/drawing/2014/main" id="{ADCF6D12-4428-E812-D88F-635C882DAD2B}"/>
              </a:ext>
            </a:extLst>
          </p:cNvPr>
          <p:cNvSpPr txBox="1"/>
          <p:nvPr/>
        </p:nvSpPr>
        <p:spPr>
          <a:xfrm>
            <a:off x="9713170" y="2066067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June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7" name="TextBox 5">
            <a:extLst>
              <a:ext uri="{FF2B5EF4-FFF2-40B4-BE49-F238E27FC236}">
                <a16:creationId xmlns:a16="http://schemas.microsoft.com/office/drawing/2014/main" id="{B852F28E-3657-8420-F2C4-5E4D9075B6C7}"/>
              </a:ext>
            </a:extLst>
          </p:cNvPr>
          <p:cNvSpPr txBox="1"/>
          <p:nvPr/>
        </p:nvSpPr>
        <p:spPr>
          <a:xfrm>
            <a:off x="13887605" y="2066065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July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8" name="TextBox 5">
            <a:extLst>
              <a:ext uri="{FF2B5EF4-FFF2-40B4-BE49-F238E27FC236}">
                <a16:creationId xmlns:a16="http://schemas.microsoft.com/office/drawing/2014/main" id="{C541E251-481A-5666-2106-76F3D1D344A7}"/>
              </a:ext>
            </a:extLst>
          </p:cNvPr>
          <p:cNvSpPr txBox="1"/>
          <p:nvPr/>
        </p:nvSpPr>
        <p:spPr>
          <a:xfrm>
            <a:off x="18433101" y="2066064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August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9" name="TextBox 5">
            <a:extLst>
              <a:ext uri="{FF2B5EF4-FFF2-40B4-BE49-F238E27FC236}">
                <a16:creationId xmlns:a16="http://schemas.microsoft.com/office/drawing/2014/main" id="{D8B12E28-C245-954B-75D5-3425A42518DE}"/>
              </a:ext>
            </a:extLst>
          </p:cNvPr>
          <p:cNvSpPr txBox="1"/>
          <p:nvPr/>
        </p:nvSpPr>
        <p:spPr>
          <a:xfrm>
            <a:off x="22714594" y="2066067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Sep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6B183D2-2489-F668-E24B-818C50A37F8F}"/>
              </a:ext>
            </a:extLst>
          </p:cNvPr>
          <p:cNvCxnSpPr>
            <a:cxnSpLocks/>
          </p:cNvCxnSpPr>
          <p:nvPr/>
        </p:nvCxnSpPr>
        <p:spPr>
          <a:xfrm>
            <a:off x="993239" y="8139457"/>
            <a:ext cx="22582378" cy="0"/>
          </a:xfrm>
          <a:prstGeom prst="line">
            <a:avLst/>
          </a:prstGeom>
          <a:ln w="38100">
            <a:prstDash val="lg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TextBox 5">
            <a:extLst>
              <a:ext uri="{FF2B5EF4-FFF2-40B4-BE49-F238E27FC236}">
                <a16:creationId xmlns:a16="http://schemas.microsoft.com/office/drawing/2014/main" id="{024377A7-115D-5403-5476-D9E820D8697E}"/>
              </a:ext>
            </a:extLst>
          </p:cNvPr>
          <p:cNvSpPr txBox="1"/>
          <p:nvPr/>
        </p:nvSpPr>
        <p:spPr>
          <a:xfrm>
            <a:off x="993239" y="7550465"/>
            <a:ext cx="16439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October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2" name="TextBox 5">
            <a:extLst>
              <a:ext uri="{FF2B5EF4-FFF2-40B4-BE49-F238E27FC236}">
                <a16:creationId xmlns:a16="http://schemas.microsoft.com/office/drawing/2014/main" id="{129E7AAD-705C-7070-E74F-5ABF726FBB4B}"/>
              </a:ext>
            </a:extLst>
          </p:cNvPr>
          <p:cNvSpPr txBox="1"/>
          <p:nvPr/>
        </p:nvSpPr>
        <p:spPr>
          <a:xfrm>
            <a:off x="5538734" y="7550464"/>
            <a:ext cx="1955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November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3" name="TextBox 5">
            <a:extLst>
              <a:ext uri="{FF2B5EF4-FFF2-40B4-BE49-F238E27FC236}">
                <a16:creationId xmlns:a16="http://schemas.microsoft.com/office/drawing/2014/main" id="{352592E8-8058-AB15-7C55-0D24A6140B2C}"/>
              </a:ext>
            </a:extLst>
          </p:cNvPr>
          <p:cNvSpPr txBox="1"/>
          <p:nvPr/>
        </p:nvSpPr>
        <p:spPr>
          <a:xfrm>
            <a:off x="9713170" y="7550465"/>
            <a:ext cx="2094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December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4" name="TextBox 5">
            <a:extLst>
              <a:ext uri="{FF2B5EF4-FFF2-40B4-BE49-F238E27FC236}">
                <a16:creationId xmlns:a16="http://schemas.microsoft.com/office/drawing/2014/main" id="{FFEBDDD5-21F5-7286-4786-5DF0A197EF12}"/>
              </a:ext>
            </a:extLst>
          </p:cNvPr>
          <p:cNvSpPr txBox="1"/>
          <p:nvPr/>
        </p:nvSpPr>
        <p:spPr>
          <a:xfrm>
            <a:off x="14222222" y="7550463"/>
            <a:ext cx="1796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January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5" name="TextBox 5">
            <a:extLst>
              <a:ext uri="{FF2B5EF4-FFF2-40B4-BE49-F238E27FC236}">
                <a16:creationId xmlns:a16="http://schemas.microsoft.com/office/drawing/2014/main" id="{2AADC620-DB40-AB23-4FBB-87AD39DDB7A4}"/>
              </a:ext>
            </a:extLst>
          </p:cNvPr>
          <p:cNvSpPr txBox="1"/>
          <p:nvPr/>
        </p:nvSpPr>
        <p:spPr>
          <a:xfrm>
            <a:off x="18433101" y="7550462"/>
            <a:ext cx="1955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February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6" name="TextBox 5">
            <a:extLst>
              <a:ext uri="{FF2B5EF4-FFF2-40B4-BE49-F238E27FC236}">
                <a16:creationId xmlns:a16="http://schemas.microsoft.com/office/drawing/2014/main" id="{126763C6-3082-149F-3D8B-E1B91ACCB726}"/>
              </a:ext>
            </a:extLst>
          </p:cNvPr>
          <p:cNvSpPr txBox="1"/>
          <p:nvPr/>
        </p:nvSpPr>
        <p:spPr>
          <a:xfrm>
            <a:off x="22563992" y="7542564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March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FACDB9E-1AF4-7693-87E6-46FF5BA6D1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92" y="3210968"/>
            <a:ext cx="5614500" cy="32767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27C38F16-5CE7-6EEE-7DF5-9CE7189CDF78}"/>
              </a:ext>
            </a:extLst>
          </p:cNvPr>
          <p:cNvSpPr txBox="1"/>
          <p:nvPr/>
        </p:nvSpPr>
        <p:spPr>
          <a:xfrm>
            <a:off x="-596637" y="6519815"/>
            <a:ext cx="8579158" cy="4095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0000"/>
                </a:solidFill>
              </a:rPr>
              <a:t>TRACKSHEET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56E222B1-5B8B-84BC-8F10-E2400DB47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5861" y="3215635"/>
            <a:ext cx="5614500" cy="3267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">
            <a:extLst>
              <a:ext uri="{FF2B5EF4-FFF2-40B4-BE49-F238E27FC236}">
                <a16:creationId xmlns:a16="http://schemas.microsoft.com/office/drawing/2014/main" id="{365A9690-2965-2F02-76D6-2320B241A335}"/>
              </a:ext>
            </a:extLst>
          </p:cNvPr>
          <p:cNvSpPr txBox="1"/>
          <p:nvPr/>
        </p:nvSpPr>
        <p:spPr>
          <a:xfrm>
            <a:off x="6803532" y="6617692"/>
            <a:ext cx="8579158" cy="4095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0000"/>
                </a:solidFill>
              </a:rPr>
              <a:t>PLANT DASHBOARD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4176E5F4-A709-1E92-42E5-5EF67989F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8541" y="3194955"/>
            <a:ext cx="5815451" cy="3288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71218063-9F86-0AB1-84C8-B8AAA616DE04}"/>
              </a:ext>
            </a:extLst>
          </p:cNvPr>
          <p:cNvSpPr txBox="1"/>
          <p:nvPr/>
        </p:nvSpPr>
        <p:spPr>
          <a:xfrm>
            <a:off x="15382690" y="6610417"/>
            <a:ext cx="8579158" cy="4095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0000"/>
                </a:solidFill>
              </a:rPr>
              <a:t>SAFETY MANAGEMENT PORTAL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BA53A876-9C4A-04F0-138D-C345807A8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274" y="8834040"/>
            <a:ext cx="5702258" cy="3341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7D0FE055-16BA-7955-D409-7C164DCDB059}"/>
              </a:ext>
            </a:extLst>
          </p:cNvPr>
          <p:cNvSpPr txBox="1"/>
          <p:nvPr/>
        </p:nvSpPr>
        <p:spPr>
          <a:xfrm>
            <a:off x="-337176" y="12444767"/>
            <a:ext cx="8579158" cy="4095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0000"/>
                </a:solidFill>
              </a:rPr>
              <a:t>MANPOWER ATTENDANCE DASHBOARD</a:t>
            </a: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C201CED2-9D6B-EF0C-C21B-832233AAC3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2896" y="8332002"/>
            <a:ext cx="4431911" cy="442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ITLE">
            <a:extLst>
              <a:ext uri="{FF2B5EF4-FFF2-40B4-BE49-F238E27FC236}">
                <a16:creationId xmlns:a16="http://schemas.microsoft.com/office/drawing/2014/main" id="{AAC88DBA-21FF-FD42-68E0-CB853BE53DD6}"/>
              </a:ext>
            </a:extLst>
          </p:cNvPr>
          <p:cNvSpPr txBox="1"/>
          <p:nvPr/>
        </p:nvSpPr>
        <p:spPr>
          <a:xfrm>
            <a:off x="7494103" y="12444767"/>
            <a:ext cx="4991159" cy="40959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0000"/>
                </a:solidFill>
              </a:rPr>
              <a:t>FIRE UP PORTAL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FE0F318-C573-CE4F-A7F5-1B14BDF33CE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57" t="8889" r="4067" b="20417"/>
          <a:stretch>
            <a:fillRect/>
          </a:stretch>
        </p:blipFill>
        <p:spPr>
          <a:xfrm>
            <a:off x="5420044" y="3442496"/>
            <a:ext cx="13782356" cy="6975613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63500" sx="200000" sy="200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698752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A6E69-FAD2-BB3A-ACBE-EEF1FE9F3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red and black logo&#10;&#10;AI-generated content may be incorrect.">
            <a:extLst>
              <a:ext uri="{FF2B5EF4-FFF2-40B4-BE49-F238E27FC236}">
                <a16:creationId xmlns:a16="http://schemas.microsoft.com/office/drawing/2014/main" id="{31553944-9D40-0229-B90A-D201F20DC63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1523" y="516211"/>
            <a:ext cx="4962410" cy="726930"/>
          </a:xfrm>
          <a:prstGeom prst="rect">
            <a:avLst/>
          </a:prstGeom>
        </p:spPr>
      </p:pic>
      <p:sp>
        <p:nvSpPr>
          <p:cNvPr id="11" name="TITLE">
            <a:extLst>
              <a:ext uri="{FF2B5EF4-FFF2-40B4-BE49-F238E27FC236}">
                <a16:creationId xmlns:a16="http://schemas.microsoft.com/office/drawing/2014/main" id="{EED3BB53-CD96-DA67-A20B-934159C584C9}"/>
              </a:ext>
            </a:extLst>
          </p:cNvPr>
          <p:cNvSpPr txBox="1"/>
          <p:nvPr/>
        </p:nvSpPr>
        <p:spPr>
          <a:xfrm>
            <a:off x="0" y="-1006129"/>
            <a:ext cx="11160000" cy="251895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dirty="0"/>
              <a:t>F26 – Project-Timeline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D84ED33-C73E-A124-AD5F-32D4F2DCDE33}"/>
              </a:ext>
            </a:extLst>
          </p:cNvPr>
          <p:cNvCxnSpPr>
            <a:cxnSpLocks/>
          </p:cNvCxnSpPr>
          <p:nvPr/>
        </p:nvCxnSpPr>
        <p:spPr>
          <a:xfrm>
            <a:off x="993239" y="2655059"/>
            <a:ext cx="22582378" cy="0"/>
          </a:xfrm>
          <a:prstGeom prst="line">
            <a:avLst/>
          </a:prstGeom>
          <a:ln w="38100">
            <a:prstDash val="lg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TextBox 5">
            <a:extLst>
              <a:ext uri="{FF2B5EF4-FFF2-40B4-BE49-F238E27FC236}">
                <a16:creationId xmlns:a16="http://schemas.microsoft.com/office/drawing/2014/main" id="{2C5B81CC-D2A9-9B3A-50CA-1D22270FD6C0}"/>
              </a:ext>
            </a:extLst>
          </p:cNvPr>
          <p:cNvSpPr txBox="1"/>
          <p:nvPr/>
        </p:nvSpPr>
        <p:spPr>
          <a:xfrm>
            <a:off x="993239" y="2066067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April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5" name="TextBox 5">
            <a:extLst>
              <a:ext uri="{FF2B5EF4-FFF2-40B4-BE49-F238E27FC236}">
                <a16:creationId xmlns:a16="http://schemas.microsoft.com/office/drawing/2014/main" id="{8E38ACE2-F729-1B6F-2479-3ABF8DBF3AE2}"/>
              </a:ext>
            </a:extLst>
          </p:cNvPr>
          <p:cNvSpPr txBox="1"/>
          <p:nvPr/>
        </p:nvSpPr>
        <p:spPr>
          <a:xfrm>
            <a:off x="5538735" y="2066066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May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6" name="TextBox 5">
            <a:extLst>
              <a:ext uri="{FF2B5EF4-FFF2-40B4-BE49-F238E27FC236}">
                <a16:creationId xmlns:a16="http://schemas.microsoft.com/office/drawing/2014/main" id="{3FFC641A-462E-19FD-9871-9C1989E56C47}"/>
              </a:ext>
            </a:extLst>
          </p:cNvPr>
          <p:cNvSpPr txBox="1"/>
          <p:nvPr/>
        </p:nvSpPr>
        <p:spPr>
          <a:xfrm>
            <a:off x="9713170" y="2066067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June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7" name="TextBox 5">
            <a:extLst>
              <a:ext uri="{FF2B5EF4-FFF2-40B4-BE49-F238E27FC236}">
                <a16:creationId xmlns:a16="http://schemas.microsoft.com/office/drawing/2014/main" id="{6110FFAC-B2F4-B2F8-E831-0DB028E46836}"/>
              </a:ext>
            </a:extLst>
          </p:cNvPr>
          <p:cNvSpPr txBox="1"/>
          <p:nvPr/>
        </p:nvSpPr>
        <p:spPr>
          <a:xfrm>
            <a:off x="13887605" y="2066065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July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8" name="TextBox 5">
            <a:extLst>
              <a:ext uri="{FF2B5EF4-FFF2-40B4-BE49-F238E27FC236}">
                <a16:creationId xmlns:a16="http://schemas.microsoft.com/office/drawing/2014/main" id="{642A46CC-5C15-52C7-50B5-82E12F951845}"/>
              </a:ext>
            </a:extLst>
          </p:cNvPr>
          <p:cNvSpPr txBox="1"/>
          <p:nvPr/>
        </p:nvSpPr>
        <p:spPr>
          <a:xfrm>
            <a:off x="18433101" y="2066064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August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9" name="TextBox 5">
            <a:extLst>
              <a:ext uri="{FF2B5EF4-FFF2-40B4-BE49-F238E27FC236}">
                <a16:creationId xmlns:a16="http://schemas.microsoft.com/office/drawing/2014/main" id="{AF5DC44F-DA90-38E6-F2F1-EAD6F5400940}"/>
              </a:ext>
            </a:extLst>
          </p:cNvPr>
          <p:cNvSpPr txBox="1"/>
          <p:nvPr/>
        </p:nvSpPr>
        <p:spPr>
          <a:xfrm>
            <a:off x="22714594" y="2066067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Sep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D8E80F1-BA36-27B0-558C-7ABD99125986}"/>
              </a:ext>
            </a:extLst>
          </p:cNvPr>
          <p:cNvCxnSpPr>
            <a:cxnSpLocks/>
          </p:cNvCxnSpPr>
          <p:nvPr/>
        </p:nvCxnSpPr>
        <p:spPr>
          <a:xfrm>
            <a:off x="993239" y="8139457"/>
            <a:ext cx="22582378" cy="0"/>
          </a:xfrm>
          <a:prstGeom prst="line">
            <a:avLst/>
          </a:prstGeom>
          <a:ln w="38100">
            <a:prstDash val="lg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TextBox 5">
            <a:extLst>
              <a:ext uri="{FF2B5EF4-FFF2-40B4-BE49-F238E27FC236}">
                <a16:creationId xmlns:a16="http://schemas.microsoft.com/office/drawing/2014/main" id="{AB78FD08-DA1C-4B9D-6811-EACD0AD800B6}"/>
              </a:ext>
            </a:extLst>
          </p:cNvPr>
          <p:cNvSpPr txBox="1"/>
          <p:nvPr/>
        </p:nvSpPr>
        <p:spPr>
          <a:xfrm>
            <a:off x="993239" y="7550465"/>
            <a:ext cx="16439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October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2" name="TextBox 5">
            <a:extLst>
              <a:ext uri="{FF2B5EF4-FFF2-40B4-BE49-F238E27FC236}">
                <a16:creationId xmlns:a16="http://schemas.microsoft.com/office/drawing/2014/main" id="{C938B71A-FD3E-01D4-05FF-782E1CE38F53}"/>
              </a:ext>
            </a:extLst>
          </p:cNvPr>
          <p:cNvSpPr txBox="1"/>
          <p:nvPr/>
        </p:nvSpPr>
        <p:spPr>
          <a:xfrm>
            <a:off x="5538734" y="7550464"/>
            <a:ext cx="1955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November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3" name="TextBox 5">
            <a:extLst>
              <a:ext uri="{FF2B5EF4-FFF2-40B4-BE49-F238E27FC236}">
                <a16:creationId xmlns:a16="http://schemas.microsoft.com/office/drawing/2014/main" id="{9DBA93CE-0C58-2BE1-5BBE-560E179D4408}"/>
              </a:ext>
            </a:extLst>
          </p:cNvPr>
          <p:cNvSpPr txBox="1"/>
          <p:nvPr/>
        </p:nvSpPr>
        <p:spPr>
          <a:xfrm>
            <a:off x="9713170" y="7550465"/>
            <a:ext cx="2094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December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4" name="TextBox 5">
            <a:extLst>
              <a:ext uri="{FF2B5EF4-FFF2-40B4-BE49-F238E27FC236}">
                <a16:creationId xmlns:a16="http://schemas.microsoft.com/office/drawing/2014/main" id="{A47AB445-E550-D9DE-CE8E-2757849A5748}"/>
              </a:ext>
            </a:extLst>
          </p:cNvPr>
          <p:cNvSpPr txBox="1"/>
          <p:nvPr/>
        </p:nvSpPr>
        <p:spPr>
          <a:xfrm>
            <a:off x="14222222" y="7550463"/>
            <a:ext cx="1796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January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5" name="TextBox 5">
            <a:extLst>
              <a:ext uri="{FF2B5EF4-FFF2-40B4-BE49-F238E27FC236}">
                <a16:creationId xmlns:a16="http://schemas.microsoft.com/office/drawing/2014/main" id="{A1F740BD-7E01-400A-AE77-22E6DDCA4AE7}"/>
              </a:ext>
            </a:extLst>
          </p:cNvPr>
          <p:cNvSpPr txBox="1"/>
          <p:nvPr/>
        </p:nvSpPr>
        <p:spPr>
          <a:xfrm>
            <a:off x="18433101" y="7550462"/>
            <a:ext cx="1955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February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6" name="TextBox 5">
            <a:extLst>
              <a:ext uri="{FF2B5EF4-FFF2-40B4-BE49-F238E27FC236}">
                <a16:creationId xmlns:a16="http://schemas.microsoft.com/office/drawing/2014/main" id="{7E2638A4-2C24-1C05-E24F-AA72F1D4B1EC}"/>
              </a:ext>
            </a:extLst>
          </p:cNvPr>
          <p:cNvSpPr txBox="1"/>
          <p:nvPr/>
        </p:nvSpPr>
        <p:spPr>
          <a:xfrm>
            <a:off x="22563992" y="7542564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March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C79227C-C66A-EA32-B210-2DC02BFEF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92" y="3210968"/>
            <a:ext cx="5614500" cy="32767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F5F2EDB-EB4F-2E7F-04B3-E992BA1CD9AF}"/>
              </a:ext>
            </a:extLst>
          </p:cNvPr>
          <p:cNvSpPr txBox="1"/>
          <p:nvPr/>
        </p:nvSpPr>
        <p:spPr>
          <a:xfrm>
            <a:off x="-596637" y="6519815"/>
            <a:ext cx="8579158" cy="4095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0000"/>
                </a:solidFill>
              </a:rPr>
              <a:t>TRACKSHEET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86D62F1F-08BC-D2A5-E538-63B9DC65A2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5861" y="3215635"/>
            <a:ext cx="5614500" cy="3267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">
            <a:extLst>
              <a:ext uri="{FF2B5EF4-FFF2-40B4-BE49-F238E27FC236}">
                <a16:creationId xmlns:a16="http://schemas.microsoft.com/office/drawing/2014/main" id="{A1055512-9AB6-1061-3B21-7992BF622E62}"/>
              </a:ext>
            </a:extLst>
          </p:cNvPr>
          <p:cNvSpPr txBox="1"/>
          <p:nvPr/>
        </p:nvSpPr>
        <p:spPr>
          <a:xfrm>
            <a:off x="6803532" y="6617692"/>
            <a:ext cx="8579158" cy="4095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0000"/>
                </a:solidFill>
              </a:rPr>
              <a:t>PLANT DASHBOARD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346F7E1D-64EC-AA5D-AEAD-1B7AEC92C7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8541" y="3194955"/>
            <a:ext cx="5815451" cy="3288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61037033-5473-AD6D-51EE-DB3711119E60}"/>
              </a:ext>
            </a:extLst>
          </p:cNvPr>
          <p:cNvSpPr txBox="1"/>
          <p:nvPr/>
        </p:nvSpPr>
        <p:spPr>
          <a:xfrm>
            <a:off x="15382690" y="6610417"/>
            <a:ext cx="8579158" cy="4095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0000"/>
                </a:solidFill>
              </a:rPr>
              <a:t>SAFETY MANAGEMENT PORTAL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D1DA3F80-9E76-3721-CB98-FA8CC2C85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274" y="8834040"/>
            <a:ext cx="5702258" cy="3341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4B481281-257C-1CAA-EF32-7AD83E8EA62A}"/>
              </a:ext>
            </a:extLst>
          </p:cNvPr>
          <p:cNvSpPr txBox="1"/>
          <p:nvPr/>
        </p:nvSpPr>
        <p:spPr>
          <a:xfrm>
            <a:off x="-337176" y="12444767"/>
            <a:ext cx="8579158" cy="4095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0000"/>
                </a:solidFill>
              </a:rPr>
              <a:t>MANPOWER ATTENDANCE DASHBOARD</a:t>
            </a:r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A6E93005-B36E-A757-1A21-C066862072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2896" y="8332002"/>
            <a:ext cx="4431911" cy="442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">
            <a:extLst>
              <a:ext uri="{FF2B5EF4-FFF2-40B4-BE49-F238E27FC236}">
                <a16:creationId xmlns:a16="http://schemas.microsoft.com/office/drawing/2014/main" id="{3348661F-6F78-9DB1-1EB7-A65380DDA624}"/>
              </a:ext>
            </a:extLst>
          </p:cNvPr>
          <p:cNvSpPr txBox="1"/>
          <p:nvPr/>
        </p:nvSpPr>
        <p:spPr>
          <a:xfrm>
            <a:off x="7423271" y="12396719"/>
            <a:ext cx="4991159" cy="40959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0000"/>
                </a:solidFill>
              </a:rPr>
              <a:t>FIRE UP PORTAL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014645-6E99-4CA6-B42C-0C39916F08A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57" t="8889" r="4067" b="20417"/>
          <a:stretch>
            <a:fillRect/>
          </a:stretch>
        </p:blipFill>
        <p:spPr>
          <a:xfrm>
            <a:off x="12545996" y="8604333"/>
            <a:ext cx="5673387" cy="3571687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63500" sx="1000" sy="1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TITLE">
            <a:extLst>
              <a:ext uri="{FF2B5EF4-FFF2-40B4-BE49-F238E27FC236}">
                <a16:creationId xmlns:a16="http://schemas.microsoft.com/office/drawing/2014/main" id="{160FBFFF-50C8-7F54-280C-875D6FAA3E1C}"/>
              </a:ext>
            </a:extLst>
          </p:cNvPr>
          <p:cNvSpPr txBox="1"/>
          <p:nvPr/>
        </p:nvSpPr>
        <p:spPr>
          <a:xfrm>
            <a:off x="12785955" y="12444767"/>
            <a:ext cx="5193469" cy="4095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0000"/>
                </a:solidFill>
              </a:rPr>
              <a:t>PLANT MAINTENANCE DASHBOARD</a:t>
            </a:r>
          </a:p>
        </p:txBody>
      </p:sp>
    </p:spTree>
    <p:extLst>
      <p:ext uri="{BB962C8B-B14F-4D97-AF65-F5344CB8AC3E}">
        <p14:creationId xmlns:p14="http://schemas.microsoft.com/office/powerpoint/2010/main" val="7439451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EA2B4-E7D9-6E1E-4A22-99B8801F5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red and black logo&#10;&#10;AI-generated content may be incorrect.">
            <a:extLst>
              <a:ext uri="{FF2B5EF4-FFF2-40B4-BE49-F238E27FC236}">
                <a16:creationId xmlns:a16="http://schemas.microsoft.com/office/drawing/2014/main" id="{58965DAA-2337-DD18-9F47-DDFA059C709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1523" y="516211"/>
            <a:ext cx="4962410" cy="726930"/>
          </a:xfrm>
          <a:prstGeom prst="rect">
            <a:avLst/>
          </a:prstGeom>
        </p:spPr>
      </p:pic>
      <p:sp>
        <p:nvSpPr>
          <p:cNvPr id="11" name="TITLE">
            <a:extLst>
              <a:ext uri="{FF2B5EF4-FFF2-40B4-BE49-F238E27FC236}">
                <a16:creationId xmlns:a16="http://schemas.microsoft.com/office/drawing/2014/main" id="{1595F14E-2E75-C7FB-A856-3955DDD71A68}"/>
              </a:ext>
            </a:extLst>
          </p:cNvPr>
          <p:cNvSpPr txBox="1"/>
          <p:nvPr/>
        </p:nvSpPr>
        <p:spPr>
          <a:xfrm>
            <a:off x="0" y="-1006129"/>
            <a:ext cx="11160000" cy="251895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dirty="0"/>
              <a:t>F26 – Project-Timeline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7D91532-6BB2-3661-737D-0DD163CD3E80}"/>
              </a:ext>
            </a:extLst>
          </p:cNvPr>
          <p:cNvCxnSpPr>
            <a:cxnSpLocks/>
          </p:cNvCxnSpPr>
          <p:nvPr/>
        </p:nvCxnSpPr>
        <p:spPr>
          <a:xfrm>
            <a:off x="993239" y="2655059"/>
            <a:ext cx="22582378" cy="0"/>
          </a:xfrm>
          <a:prstGeom prst="line">
            <a:avLst/>
          </a:prstGeom>
          <a:ln w="38100">
            <a:prstDash val="lg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TextBox 5">
            <a:extLst>
              <a:ext uri="{FF2B5EF4-FFF2-40B4-BE49-F238E27FC236}">
                <a16:creationId xmlns:a16="http://schemas.microsoft.com/office/drawing/2014/main" id="{C79F6064-D6D3-FE8D-F144-8F139617EFEC}"/>
              </a:ext>
            </a:extLst>
          </p:cNvPr>
          <p:cNvSpPr txBox="1"/>
          <p:nvPr/>
        </p:nvSpPr>
        <p:spPr>
          <a:xfrm>
            <a:off x="993239" y="2066067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April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5" name="TextBox 5">
            <a:extLst>
              <a:ext uri="{FF2B5EF4-FFF2-40B4-BE49-F238E27FC236}">
                <a16:creationId xmlns:a16="http://schemas.microsoft.com/office/drawing/2014/main" id="{14BE5D78-C3AE-C0E0-99DB-9239115FEBB1}"/>
              </a:ext>
            </a:extLst>
          </p:cNvPr>
          <p:cNvSpPr txBox="1"/>
          <p:nvPr/>
        </p:nvSpPr>
        <p:spPr>
          <a:xfrm>
            <a:off x="5538735" y="2066066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May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6" name="TextBox 5">
            <a:extLst>
              <a:ext uri="{FF2B5EF4-FFF2-40B4-BE49-F238E27FC236}">
                <a16:creationId xmlns:a16="http://schemas.microsoft.com/office/drawing/2014/main" id="{22ABF409-BD0A-791C-9629-438A8A21349E}"/>
              </a:ext>
            </a:extLst>
          </p:cNvPr>
          <p:cNvSpPr txBox="1"/>
          <p:nvPr/>
        </p:nvSpPr>
        <p:spPr>
          <a:xfrm>
            <a:off x="9713170" y="2066067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June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7" name="TextBox 5">
            <a:extLst>
              <a:ext uri="{FF2B5EF4-FFF2-40B4-BE49-F238E27FC236}">
                <a16:creationId xmlns:a16="http://schemas.microsoft.com/office/drawing/2014/main" id="{94611253-5921-A705-7499-78F9AD4D336F}"/>
              </a:ext>
            </a:extLst>
          </p:cNvPr>
          <p:cNvSpPr txBox="1"/>
          <p:nvPr/>
        </p:nvSpPr>
        <p:spPr>
          <a:xfrm>
            <a:off x="13887605" y="2066065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July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8" name="TextBox 5">
            <a:extLst>
              <a:ext uri="{FF2B5EF4-FFF2-40B4-BE49-F238E27FC236}">
                <a16:creationId xmlns:a16="http://schemas.microsoft.com/office/drawing/2014/main" id="{2F965170-8552-7CF0-DD97-7445DEF1D105}"/>
              </a:ext>
            </a:extLst>
          </p:cNvPr>
          <p:cNvSpPr txBox="1"/>
          <p:nvPr/>
        </p:nvSpPr>
        <p:spPr>
          <a:xfrm>
            <a:off x="18433101" y="2066064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August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9" name="TextBox 5">
            <a:extLst>
              <a:ext uri="{FF2B5EF4-FFF2-40B4-BE49-F238E27FC236}">
                <a16:creationId xmlns:a16="http://schemas.microsoft.com/office/drawing/2014/main" id="{D8954CAA-DD3D-28E5-7722-0CF623071A20}"/>
              </a:ext>
            </a:extLst>
          </p:cNvPr>
          <p:cNvSpPr txBox="1"/>
          <p:nvPr/>
        </p:nvSpPr>
        <p:spPr>
          <a:xfrm>
            <a:off x="22714594" y="2066067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Sep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EB5BC9D-2261-7324-13A5-4FBCFFD58090}"/>
              </a:ext>
            </a:extLst>
          </p:cNvPr>
          <p:cNvCxnSpPr>
            <a:cxnSpLocks/>
          </p:cNvCxnSpPr>
          <p:nvPr/>
        </p:nvCxnSpPr>
        <p:spPr>
          <a:xfrm>
            <a:off x="993239" y="8139457"/>
            <a:ext cx="22582378" cy="0"/>
          </a:xfrm>
          <a:prstGeom prst="line">
            <a:avLst/>
          </a:prstGeom>
          <a:ln w="38100">
            <a:prstDash val="lg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TextBox 5">
            <a:extLst>
              <a:ext uri="{FF2B5EF4-FFF2-40B4-BE49-F238E27FC236}">
                <a16:creationId xmlns:a16="http://schemas.microsoft.com/office/drawing/2014/main" id="{2DE8946E-B4B6-AB75-2B22-DE2BE04CE29C}"/>
              </a:ext>
            </a:extLst>
          </p:cNvPr>
          <p:cNvSpPr txBox="1"/>
          <p:nvPr/>
        </p:nvSpPr>
        <p:spPr>
          <a:xfrm>
            <a:off x="993239" y="7550465"/>
            <a:ext cx="16439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October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2" name="TextBox 5">
            <a:extLst>
              <a:ext uri="{FF2B5EF4-FFF2-40B4-BE49-F238E27FC236}">
                <a16:creationId xmlns:a16="http://schemas.microsoft.com/office/drawing/2014/main" id="{7F70B8B3-A1F8-54C8-412C-1CF28A90CA52}"/>
              </a:ext>
            </a:extLst>
          </p:cNvPr>
          <p:cNvSpPr txBox="1"/>
          <p:nvPr/>
        </p:nvSpPr>
        <p:spPr>
          <a:xfrm>
            <a:off x="5538734" y="7550464"/>
            <a:ext cx="1955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November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3" name="TextBox 5">
            <a:extLst>
              <a:ext uri="{FF2B5EF4-FFF2-40B4-BE49-F238E27FC236}">
                <a16:creationId xmlns:a16="http://schemas.microsoft.com/office/drawing/2014/main" id="{05E6CA80-9018-A6A6-A1F7-A6A7B1260237}"/>
              </a:ext>
            </a:extLst>
          </p:cNvPr>
          <p:cNvSpPr txBox="1"/>
          <p:nvPr/>
        </p:nvSpPr>
        <p:spPr>
          <a:xfrm>
            <a:off x="9713170" y="7550465"/>
            <a:ext cx="2094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December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4" name="TextBox 5">
            <a:extLst>
              <a:ext uri="{FF2B5EF4-FFF2-40B4-BE49-F238E27FC236}">
                <a16:creationId xmlns:a16="http://schemas.microsoft.com/office/drawing/2014/main" id="{6334B563-BA8C-0418-C3AC-357E8B579DF9}"/>
              </a:ext>
            </a:extLst>
          </p:cNvPr>
          <p:cNvSpPr txBox="1"/>
          <p:nvPr/>
        </p:nvSpPr>
        <p:spPr>
          <a:xfrm>
            <a:off x="14222222" y="7550463"/>
            <a:ext cx="1796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January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5" name="TextBox 5">
            <a:extLst>
              <a:ext uri="{FF2B5EF4-FFF2-40B4-BE49-F238E27FC236}">
                <a16:creationId xmlns:a16="http://schemas.microsoft.com/office/drawing/2014/main" id="{70930A88-6492-98B4-106C-EC1272E4CFF3}"/>
              </a:ext>
            </a:extLst>
          </p:cNvPr>
          <p:cNvSpPr txBox="1"/>
          <p:nvPr/>
        </p:nvSpPr>
        <p:spPr>
          <a:xfrm>
            <a:off x="18433101" y="7550462"/>
            <a:ext cx="1955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February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6" name="TextBox 5">
            <a:extLst>
              <a:ext uri="{FF2B5EF4-FFF2-40B4-BE49-F238E27FC236}">
                <a16:creationId xmlns:a16="http://schemas.microsoft.com/office/drawing/2014/main" id="{1B52C874-45FF-816B-D095-997D85FDCD3D}"/>
              </a:ext>
            </a:extLst>
          </p:cNvPr>
          <p:cNvSpPr txBox="1"/>
          <p:nvPr/>
        </p:nvSpPr>
        <p:spPr>
          <a:xfrm>
            <a:off x="22563992" y="7542564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March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E0B3E71-791D-947A-6E73-ABF568662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92" y="3210968"/>
            <a:ext cx="5614500" cy="32767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C41E812B-2D73-5C19-244B-329EACD4DC32}"/>
              </a:ext>
            </a:extLst>
          </p:cNvPr>
          <p:cNvSpPr txBox="1"/>
          <p:nvPr/>
        </p:nvSpPr>
        <p:spPr>
          <a:xfrm>
            <a:off x="-596637" y="6519815"/>
            <a:ext cx="8579158" cy="4095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0000"/>
                </a:solidFill>
              </a:rPr>
              <a:t>TRACKSHEET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498D5E81-46F3-1179-DB00-9D314C69AC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5861" y="3215635"/>
            <a:ext cx="5614500" cy="3267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">
            <a:extLst>
              <a:ext uri="{FF2B5EF4-FFF2-40B4-BE49-F238E27FC236}">
                <a16:creationId xmlns:a16="http://schemas.microsoft.com/office/drawing/2014/main" id="{D639F15E-F0BE-FC61-F03A-936A12CAFFE6}"/>
              </a:ext>
            </a:extLst>
          </p:cNvPr>
          <p:cNvSpPr txBox="1"/>
          <p:nvPr/>
        </p:nvSpPr>
        <p:spPr>
          <a:xfrm>
            <a:off x="6803532" y="6617692"/>
            <a:ext cx="8579158" cy="4095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0000"/>
                </a:solidFill>
              </a:rPr>
              <a:t>PLANT DASHBOARD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A77AC588-E2C0-D686-64E6-27F5A535C9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8541" y="3194955"/>
            <a:ext cx="5815451" cy="3288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47AAB98C-A826-631D-58B7-DDD7B789D4DD}"/>
              </a:ext>
            </a:extLst>
          </p:cNvPr>
          <p:cNvSpPr txBox="1"/>
          <p:nvPr/>
        </p:nvSpPr>
        <p:spPr>
          <a:xfrm>
            <a:off x="15382690" y="6610417"/>
            <a:ext cx="8579158" cy="4095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0000"/>
                </a:solidFill>
              </a:rPr>
              <a:t>SAFETY MANAGEMENT PORTAL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31EA1595-CF73-9DE8-6E03-A3A14486C6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274" y="8834040"/>
            <a:ext cx="5702258" cy="3341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149E61B0-08A4-966D-0FB1-326A68773145}"/>
              </a:ext>
            </a:extLst>
          </p:cNvPr>
          <p:cNvSpPr txBox="1"/>
          <p:nvPr/>
        </p:nvSpPr>
        <p:spPr>
          <a:xfrm>
            <a:off x="-337176" y="12444767"/>
            <a:ext cx="8579158" cy="4095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0000"/>
                </a:solidFill>
              </a:rPr>
              <a:t>MANPOWER ATTENDANCE DASHBOARD</a:t>
            </a:r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4F52649E-8205-3EAE-758C-5702A61B0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2896" y="8332002"/>
            <a:ext cx="4431911" cy="442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">
            <a:extLst>
              <a:ext uri="{FF2B5EF4-FFF2-40B4-BE49-F238E27FC236}">
                <a16:creationId xmlns:a16="http://schemas.microsoft.com/office/drawing/2014/main" id="{C87BC1D7-F391-ACA3-675F-4CB77A9A74ED}"/>
              </a:ext>
            </a:extLst>
          </p:cNvPr>
          <p:cNvSpPr txBox="1"/>
          <p:nvPr/>
        </p:nvSpPr>
        <p:spPr>
          <a:xfrm>
            <a:off x="7423271" y="12396719"/>
            <a:ext cx="4991159" cy="40959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0000"/>
                </a:solidFill>
              </a:rPr>
              <a:t>FIRE UP PORTAL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1B38A7-6312-16E5-C01F-5894A8BAEF7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57" t="8889" r="4067" b="20417"/>
          <a:stretch>
            <a:fillRect/>
          </a:stretch>
        </p:blipFill>
        <p:spPr>
          <a:xfrm>
            <a:off x="12545996" y="8604333"/>
            <a:ext cx="5673387" cy="3571687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63500" sx="1000" sy="1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TITLE">
            <a:extLst>
              <a:ext uri="{FF2B5EF4-FFF2-40B4-BE49-F238E27FC236}">
                <a16:creationId xmlns:a16="http://schemas.microsoft.com/office/drawing/2014/main" id="{2C6423E9-FFD7-1F00-417E-1534A84AF358}"/>
              </a:ext>
            </a:extLst>
          </p:cNvPr>
          <p:cNvSpPr txBox="1"/>
          <p:nvPr/>
        </p:nvSpPr>
        <p:spPr>
          <a:xfrm>
            <a:off x="12785955" y="12444767"/>
            <a:ext cx="5193469" cy="4095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0000"/>
                </a:solidFill>
              </a:rPr>
              <a:t>PLANT MAINTENANCE DASHBOARD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0A4B56-15B5-B44A-DBBD-50D862BA49F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" r="219"/>
          <a:stretch>
            <a:fillRect/>
          </a:stretch>
        </p:blipFill>
        <p:spPr>
          <a:xfrm>
            <a:off x="5051719" y="3349642"/>
            <a:ext cx="14327661" cy="6980889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63500" sx="200000" sy="200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239290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82B4D-BE50-4CCE-6C7A-775DA2DFA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red and black logo&#10;&#10;AI-generated content may be incorrect.">
            <a:extLst>
              <a:ext uri="{FF2B5EF4-FFF2-40B4-BE49-F238E27FC236}">
                <a16:creationId xmlns:a16="http://schemas.microsoft.com/office/drawing/2014/main" id="{1FA04AD0-FEB8-17B0-2DD2-C5AC17CE428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1523" y="516211"/>
            <a:ext cx="4962410" cy="726930"/>
          </a:xfrm>
          <a:prstGeom prst="rect">
            <a:avLst/>
          </a:prstGeom>
        </p:spPr>
      </p:pic>
      <p:sp>
        <p:nvSpPr>
          <p:cNvPr id="11" name="TITLE">
            <a:extLst>
              <a:ext uri="{FF2B5EF4-FFF2-40B4-BE49-F238E27FC236}">
                <a16:creationId xmlns:a16="http://schemas.microsoft.com/office/drawing/2014/main" id="{67707B47-FC57-CACE-8B01-729E4A8D16F4}"/>
              </a:ext>
            </a:extLst>
          </p:cNvPr>
          <p:cNvSpPr txBox="1"/>
          <p:nvPr/>
        </p:nvSpPr>
        <p:spPr>
          <a:xfrm>
            <a:off x="0" y="-1006129"/>
            <a:ext cx="11160000" cy="251895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dirty="0"/>
              <a:t>F26 – Project-Timeline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FEF8B22-E6B1-0C5A-7F1F-5FE9AF72B462}"/>
              </a:ext>
            </a:extLst>
          </p:cNvPr>
          <p:cNvCxnSpPr>
            <a:cxnSpLocks/>
          </p:cNvCxnSpPr>
          <p:nvPr/>
        </p:nvCxnSpPr>
        <p:spPr>
          <a:xfrm>
            <a:off x="993239" y="2655059"/>
            <a:ext cx="22582378" cy="0"/>
          </a:xfrm>
          <a:prstGeom prst="line">
            <a:avLst/>
          </a:prstGeom>
          <a:ln w="38100">
            <a:prstDash val="lg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TextBox 5">
            <a:extLst>
              <a:ext uri="{FF2B5EF4-FFF2-40B4-BE49-F238E27FC236}">
                <a16:creationId xmlns:a16="http://schemas.microsoft.com/office/drawing/2014/main" id="{A1A0B899-967D-52B5-A461-04D681AE30DA}"/>
              </a:ext>
            </a:extLst>
          </p:cNvPr>
          <p:cNvSpPr txBox="1"/>
          <p:nvPr/>
        </p:nvSpPr>
        <p:spPr>
          <a:xfrm>
            <a:off x="993239" y="2066067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April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5" name="TextBox 5">
            <a:extLst>
              <a:ext uri="{FF2B5EF4-FFF2-40B4-BE49-F238E27FC236}">
                <a16:creationId xmlns:a16="http://schemas.microsoft.com/office/drawing/2014/main" id="{316EDF0E-B33C-7DF7-5E64-8BA38B9E4D2B}"/>
              </a:ext>
            </a:extLst>
          </p:cNvPr>
          <p:cNvSpPr txBox="1"/>
          <p:nvPr/>
        </p:nvSpPr>
        <p:spPr>
          <a:xfrm>
            <a:off x="5538735" y="2066066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May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6" name="TextBox 5">
            <a:extLst>
              <a:ext uri="{FF2B5EF4-FFF2-40B4-BE49-F238E27FC236}">
                <a16:creationId xmlns:a16="http://schemas.microsoft.com/office/drawing/2014/main" id="{287E031D-2A81-B33A-5CF6-D8AD275CF6AB}"/>
              </a:ext>
            </a:extLst>
          </p:cNvPr>
          <p:cNvSpPr txBox="1"/>
          <p:nvPr/>
        </p:nvSpPr>
        <p:spPr>
          <a:xfrm>
            <a:off x="9713170" y="2066067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June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7" name="TextBox 5">
            <a:extLst>
              <a:ext uri="{FF2B5EF4-FFF2-40B4-BE49-F238E27FC236}">
                <a16:creationId xmlns:a16="http://schemas.microsoft.com/office/drawing/2014/main" id="{E55D597C-4755-EBFC-F0B1-8C330FD4E2E0}"/>
              </a:ext>
            </a:extLst>
          </p:cNvPr>
          <p:cNvSpPr txBox="1"/>
          <p:nvPr/>
        </p:nvSpPr>
        <p:spPr>
          <a:xfrm>
            <a:off x="13887605" y="2066065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July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8" name="TextBox 5">
            <a:extLst>
              <a:ext uri="{FF2B5EF4-FFF2-40B4-BE49-F238E27FC236}">
                <a16:creationId xmlns:a16="http://schemas.microsoft.com/office/drawing/2014/main" id="{3FD424B4-094F-EE41-6A00-2486759727B2}"/>
              </a:ext>
            </a:extLst>
          </p:cNvPr>
          <p:cNvSpPr txBox="1"/>
          <p:nvPr/>
        </p:nvSpPr>
        <p:spPr>
          <a:xfrm>
            <a:off x="18433101" y="2066064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August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9" name="TextBox 5">
            <a:extLst>
              <a:ext uri="{FF2B5EF4-FFF2-40B4-BE49-F238E27FC236}">
                <a16:creationId xmlns:a16="http://schemas.microsoft.com/office/drawing/2014/main" id="{BB390964-96FA-BA0D-9A52-1C4234D45063}"/>
              </a:ext>
            </a:extLst>
          </p:cNvPr>
          <p:cNvSpPr txBox="1"/>
          <p:nvPr/>
        </p:nvSpPr>
        <p:spPr>
          <a:xfrm>
            <a:off x="22714594" y="2066067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Sep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42D2267-0F40-0C5E-B3B2-79B7085AD510}"/>
              </a:ext>
            </a:extLst>
          </p:cNvPr>
          <p:cNvCxnSpPr>
            <a:cxnSpLocks/>
          </p:cNvCxnSpPr>
          <p:nvPr/>
        </p:nvCxnSpPr>
        <p:spPr>
          <a:xfrm>
            <a:off x="993239" y="8139457"/>
            <a:ext cx="22582378" cy="0"/>
          </a:xfrm>
          <a:prstGeom prst="line">
            <a:avLst/>
          </a:prstGeom>
          <a:ln w="38100">
            <a:prstDash val="lg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TextBox 5">
            <a:extLst>
              <a:ext uri="{FF2B5EF4-FFF2-40B4-BE49-F238E27FC236}">
                <a16:creationId xmlns:a16="http://schemas.microsoft.com/office/drawing/2014/main" id="{DB0AE6D2-EF49-1259-C8B5-E62A05A2325C}"/>
              </a:ext>
            </a:extLst>
          </p:cNvPr>
          <p:cNvSpPr txBox="1"/>
          <p:nvPr/>
        </p:nvSpPr>
        <p:spPr>
          <a:xfrm>
            <a:off x="993239" y="7550465"/>
            <a:ext cx="16439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October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2" name="TextBox 5">
            <a:extLst>
              <a:ext uri="{FF2B5EF4-FFF2-40B4-BE49-F238E27FC236}">
                <a16:creationId xmlns:a16="http://schemas.microsoft.com/office/drawing/2014/main" id="{45B3D0CC-1090-7726-951A-A015F16A8B67}"/>
              </a:ext>
            </a:extLst>
          </p:cNvPr>
          <p:cNvSpPr txBox="1"/>
          <p:nvPr/>
        </p:nvSpPr>
        <p:spPr>
          <a:xfrm>
            <a:off x="5538734" y="7550464"/>
            <a:ext cx="1955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November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3" name="TextBox 5">
            <a:extLst>
              <a:ext uri="{FF2B5EF4-FFF2-40B4-BE49-F238E27FC236}">
                <a16:creationId xmlns:a16="http://schemas.microsoft.com/office/drawing/2014/main" id="{335C43FE-B19F-3489-1ECE-9B713F687751}"/>
              </a:ext>
            </a:extLst>
          </p:cNvPr>
          <p:cNvSpPr txBox="1"/>
          <p:nvPr/>
        </p:nvSpPr>
        <p:spPr>
          <a:xfrm>
            <a:off x="9713170" y="7550465"/>
            <a:ext cx="2094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December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4" name="TextBox 5">
            <a:extLst>
              <a:ext uri="{FF2B5EF4-FFF2-40B4-BE49-F238E27FC236}">
                <a16:creationId xmlns:a16="http://schemas.microsoft.com/office/drawing/2014/main" id="{26208080-9ED9-9160-8E6B-76E5FED9F97C}"/>
              </a:ext>
            </a:extLst>
          </p:cNvPr>
          <p:cNvSpPr txBox="1"/>
          <p:nvPr/>
        </p:nvSpPr>
        <p:spPr>
          <a:xfrm>
            <a:off x="14222222" y="7550463"/>
            <a:ext cx="1796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January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5" name="TextBox 5">
            <a:extLst>
              <a:ext uri="{FF2B5EF4-FFF2-40B4-BE49-F238E27FC236}">
                <a16:creationId xmlns:a16="http://schemas.microsoft.com/office/drawing/2014/main" id="{2F009D7E-EA5D-82DC-177F-9F0AB6D96B00}"/>
              </a:ext>
            </a:extLst>
          </p:cNvPr>
          <p:cNvSpPr txBox="1"/>
          <p:nvPr/>
        </p:nvSpPr>
        <p:spPr>
          <a:xfrm>
            <a:off x="18433101" y="7550462"/>
            <a:ext cx="1955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February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6" name="TextBox 5">
            <a:extLst>
              <a:ext uri="{FF2B5EF4-FFF2-40B4-BE49-F238E27FC236}">
                <a16:creationId xmlns:a16="http://schemas.microsoft.com/office/drawing/2014/main" id="{58021B76-B159-99ED-7F05-C6A0E9B90C5B}"/>
              </a:ext>
            </a:extLst>
          </p:cNvPr>
          <p:cNvSpPr txBox="1"/>
          <p:nvPr/>
        </p:nvSpPr>
        <p:spPr>
          <a:xfrm>
            <a:off x="22563992" y="7542564"/>
            <a:ext cx="137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March</a:t>
            </a:r>
            <a:endParaRPr lang="en-IN" sz="24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48679FE-6C80-95CE-734B-878975724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92" y="3210968"/>
            <a:ext cx="5614500" cy="32767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487D5905-0A70-6856-722E-D07AB2300B29}"/>
              </a:ext>
            </a:extLst>
          </p:cNvPr>
          <p:cNvSpPr txBox="1"/>
          <p:nvPr/>
        </p:nvSpPr>
        <p:spPr>
          <a:xfrm>
            <a:off x="-596637" y="6519815"/>
            <a:ext cx="8579158" cy="4095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0000"/>
                </a:solidFill>
              </a:rPr>
              <a:t>TRACKSHEET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037E65E8-2456-E217-3CB3-4E869BF7E8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5861" y="3215635"/>
            <a:ext cx="5614500" cy="3267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">
            <a:extLst>
              <a:ext uri="{FF2B5EF4-FFF2-40B4-BE49-F238E27FC236}">
                <a16:creationId xmlns:a16="http://schemas.microsoft.com/office/drawing/2014/main" id="{4B6A249C-2DB6-1B28-D3FA-2D2BA4C6F95D}"/>
              </a:ext>
            </a:extLst>
          </p:cNvPr>
          <p:cNvSpPr txBox="1"/>
          <p:nvPr/>
        </p:nvSpPr>
        <p:spPr>
          <a:xfrm>
            <a:off x="6803532" y="6617692"/>
            <a:ext cx="8579158" cy="4095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0000"/>
                </a:solidFill>
              </a:rPr>
              <a:t>PLANT DASHBOARD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BD72F1C7-551D-5DBA-4479-E49AE62DC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8541" y="3194955"/>
            <a:ext cx="5815451" cy="3288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155917D6-9C81-6B6A-C325-677003BFD852}"/>
              </a:ext>
            </a:extLst>
          </p:cNvPr>
          <p:cNvSpPr txBox="1"/>
          <p:nvPr/>
        </p:nvSpPr>
        <p:spPr>
          <a:xfrm>
            <a:off x="15382690" y="6610417"/>
            <a:ext cx="8579158" cy="4095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0000"/>
                </a:solidFill>
              </a:rPr>
              <a:t>SAFETY MANAGEMENT PORTAL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F753313E-2B5A-D352-F495-CCD938A46A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274" y="8834040"/>
            <a:ext cx="5702258" cy="3341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996A9157-E50D-6CCC-0521-B82958625A5B}"/>
              </a:ext>
            </a:extLst>
          </p:cNvPr>
          <p:cNvSpPr txBox="1"/>
          <p:nvPr/>
        </p:nvSpPr>
        <p:spPr>
          <a:xfrm>
            <a:off x="-337176" y="12444767"/>
            <a:ext cx="8579158" cy="4095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0000"/>
                </a:solidFill>
              </a:rPr>
              <a:t>MANPOWER ATTENDANCE DASHBOARD</a:t>
            </a:r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8B858A77-9C08-7705-5750-BF68276AF1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2896" y="8332002"/>
            <a:ext cx="4431911" cy="442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">
            <a:extLst>
              <a:ext uri="{FF2B5EF4-FFF2-40B4-BE49-F238E27FC236}">
                <a16:creationId xmlns:a16="http://schemas.microsoft.com/office/drawing/2014/main" id="{8AA46A99-2EE7-EBC1-A9DE-9EA45B10A01A}"/>
              </a:ext>
            </a:extLst>
          </p:cNvPr>
          <p:cNvSpPr txBox="1"/>
          <p:nvPr/>
        </p:nvSpPr>
        <p:spPr>
          <a:xfrm>
            <a:off x="7423271" y="12396719"/>
            <a:ext cx="4991159" cy="40959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0000"/>
                </a:solidFill>
              </a:rPr>
              <a:t>FIRE UP PORTAL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AEB8AD-9087-B770-6CD7-E5DABEF86305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57" t="8889" r="4067" b="20417"/>
          <a:stretch>
            <a:fillRect/>
          </a:stretch>
        </p:blipFill>
        <p:spPr>
          <a:xfrm>
            <a:off x="12545996" y="8604333"/>
            <a:ext cx="5673387" cy="3571687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63500" sx="1000" sy="1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TITLE">
            <a:extLst>
              <a:ext uri="{FF2B5EF4-FFF2-40B4-BE49-F238E27FC236}">
                <a16:creationId xmlns:a16="http://schemas.microsoft.com/office/drawing/2014/main" id="{ADD2D34C-CB16-5E70-97D9-30EFD07E5887}"/>
              </a:ext>
            </a:extLst>
          </p:cNvPr>
          <p:cNvSpPr txBox="1"/>
          <p:nvPr/>
        </p:nvSpPr>
        <p:spPr>
          <a:xfrm>
            <a:off x="12785955" y="12444767"/>
            <a:ext cx="5193469" cy="4095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0000"/>
                </a:solidFill>
              </a:rPr>
              <a:t>PLANT MAINTENANCE DASHBOARD</a:t>
            </a: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328D2467-EBA2-8A49-132C-C39AB7372B97}"/>
              </a:ext>
            </a:extLst>
          </p:cNvPr>
          <p:cNvSpPr txBox="1"/>
          <p:nvPr/>
        </p:nvSpPr>
        <p:spPr>
          <a:xfrm>
            <a:off x="18642484" y="12427714"/>
            <a:ext cx="5193469" cy="4095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0000"/>
                </a:solidFill>
              </a:rPr>
              <a:t>UDAAN PORTAL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F27A572-2AE8-540D-500E-BC5BB17CE857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" r="219"/>
          <a:stretch>
            <a:fillRect/>
          </a:stretch>
        </p:blipFill>
        <p:spPr>
          <a:xfrm>
            <a:off x="18297958" y="8628632"/>
            <a:ext cx="5673388" cy="3547383"/>
          </a:xfrm>
          <a:prstGeom prst="rect">
            <a:avLst/>
          </a:prstGeom>
          <a:ln>
            <a:solidFill>
              <a:schemeClr val="bg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22797544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 descr="A white liquid with a black background&#10;&#10;Description automatically generated">
            <a:extLst>
              <a:ext uri="{FF2B5EF4-FFF2-40B4-BE49-F238E27FC236}">
                <a16:creationId xmlns:a16="http://schemas.microsoft.com/office/drawing/2014/main" id="{CEA4C9B6-EFE3-403F-EDCD-EC5F259E279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5114"/>
          <a:stretch>
            <a:fillRect/>
          </a:stretch>
        </p:blipFill>
        <p:spPr>
          <a:xfrm>
            <a:off x="0" y="19875"/>
            <a:ext cx="24377650" cy="13716000"/>
          </a:xfrm>
          <a:noFill/>
        </p:spPr>
      </p:pic>
      <p:sp>
        <p:nvSpPr>
          <p:cNvPr id="8" name="TITLE">
            <a:extLst>
              <a:ext uri="{FF2B5EF4-FFF2-40B4-BE49-F238E27FC236}">
                <a16:creationId xmlns:a16="http://schemas.microsoft.com/office/drawing/2014/main" id="{58AF9EE3-92C1-AF78-CBE4-B4603B477899}"/>
              </a:ext>
            </a:extLst>
          </p:cNvPr>
          <p:cNvSpPr txBox="1"/>
          <p:nvPr/>
        </p:nvSpPr>
        <p:spPr>
          <a:xfrm>
            <a:off x="590542" y="538917"/>
            <a:ext cx="13500543" cy="104419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en-US" sz="6000" dirty="0"/>
              <a:t>Apps Migration to Cloud</a:t>
            </a:r>
          </a:p>
        </p:txBody>
      </p:sp>
      <p:pic>
        <p:nvPicPr>
          <p:cNvPr id="7" name="Picture 6" descr="A red and black logo&#10;&#10;AI-generated content may be incorrect.">
            <a:extLst>
              <a:ext uri="{FF2B5EF4-FFF2-40B4-BE49-F238E27FC236}">
                <a16:creationId xmlns:a16="http://schemas.microsoft.com/office/drawing/2014/main" id="{B81A3692-9D8D-C85D-6E6F-97EACAB0CE7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1523" y="516211"/>
            <a:ext cx="4962410" cy="726930"/>
          </a:xfrm>
          <a:prstGeom prst="rect">
            <a:avLst/>
          </a:prstGeom>
        </p:spPr>
      </p:pic>
      <p:pic>
        <p:nvPicPr>
          <p:cNvPr id="12" name="Picture 11" descr="A computer network diagram with a computer monitor and a computer monitor&#10;&#10;AI-generated content may be incorrect.">
            <a:extLst>
              <a:ext uri="{FF2B5EF4-FFF2-40B4-BE49-F238E27FC236}">
                <a16:creationId xmlns:a16="http://schemas.microsoft.com/office/drawing/2014/main" id="{81C7EEC7-2DA2-F67C-2FA9-03011983B230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5715" y="7945409"/>
            <a:ext cx="3392897" cy="3392897"/>
          </a:xfrm>
          <a:prstGeom prst="rect">
            <a:avLst/>
          </a:prstGeom>
        </p:spPr>
      </p:pic>
      <p:pic>
        <p:nvPicPr>
          <p:cNvPr id="14" name="Picture 13" descr="A white line drawing of a clipboard with a checklist and a warning sign&#10;&#10;AI-generated content may be incorrect.">
            <a:extLst>
              <a:ext uri="{FF2B5EF4-FFF2-40B4-BE49-F238E27FC236}">
                <a16:creationId xmlns:a16="http://schemas.microsoft.com/office/drawing/2014/main" id="{48C14419-9CC9-CDDC-D8D5-4182B89CD362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2376" y="2679480"/>
            <a:ext cx="3392897" cy="3392897"/>
          </a:xfrm>
          <a:prstGeom prst="rect">
            <a:avLst/>
          </a:prstGeom>
        </p:spPr>
      </p:pic>
      <p:pic>
        <p:nvPicPr>
          <p:cNvPr id="16" name="Picture 15" descr="A white triangle with black background&#10;&#10;AI-generated content may be incorrect.">
            <a:extLst>
              <a:ext uri="{FF2B5EF4-FFF2-40B4-BE49-F238E27FC236}">
                <a16:creationId xmlns:a16="http://schemas.microsoft.com/office/drawing/2014/main" id="{465E055D-E05E-7413-4546-93F25957BB4D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5074" y="7945409"/>
            <a:ext cx="3392897" cy="3392897"/>
          </a:xfrm>
          <a:prstGeom prst="rect">
            <a:avLst/>
          </a:prstGeom>
        </p:spPr>
      </p:pic>
      <p:pic>
        <p:nvPicPr>
          <p:cNvPr id="20" name="Picture 19" descr="A white arrow pointing up&#10;&#10;AI-generated content may be incorrect.">
            <a:extLst>
              <a:ext uri="{FF2B5EF4-FFF2-40B4-BE49-F238E27FC236}">
                <a16:creationId xmlns:a16="http://schemas.microsoft.com/office/drawing/2014/main" id="{4D5DB735-B503-0255-2071-C8227DDEB58D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2720" y="4375927"/>
            <a:ext cx="3392897" cy="3392897"/>
          </a:xfrm>
          <a:prstGeom prst="rect">
            <a:avLst/>
          </a:prstGeom>
        </p:spPr>
      </p:pic>
      <p:pic>
        <p:nvPicPr>
          <p:cNvPr id="21" name="Picture 20" descr="A white arrow pointing up&#10;&#10;AI-generated content may be incorrect.">
            <a:extLst>
              <a:ext uri="{FF2B5EF4-FFF2-40B4-BE49-F238E27FC236}">
                <a16:creationId xmlns:a16="http://schemas.microsoft.com/office/drawing/2014/main" id="{C1131CE6-7760-84D7-97EC-521D27ECA991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182682">
            <a:off x="14968252" y="4479709"/>
            <a:ext cx="3392897" cy="3392897"/>
          </a:xfrm>
          <a:prstGeom prst="rect">
            <a:avLst/>
          </a:prstGeom>
        </p:spPr>
      </p:pic>
      <p:sp>
        <p:nvSpPr>
          <p:cNvPr id="22" name="TITLE">
            <a:extLst>
              <a:ext uri="{FF2B5EF4-FFF2-40B4-BE49-F238E27FC236}">
                <a16:creationId xmlns:a16="http://schemas.microsoft.com/office/drawing/2014/main" id="{932FB962-30F4-0FB2-C5A5-9A4BEDF6F6A0}"/>
              </a:ext>
            </a:extLst>
          </p:cNvPr>
          <p:cNvSpPr txBox="1"/>
          <p:nvPr/>
        </p:nvSpPr>
        <p:spPr>
          <a:xfrm>
            <a:off x="2729199" y="11338306"/>
            <a:ext cx="4765927" cy="879343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chemeClr val="accent4"/>
                </a:solidFill>
              </a:rPr>
              <a:t>Intranet – Plant Network</a:t>
            </a:r>
          </a:p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chemeClr val="accent4"/>
                </a:solidFill>
              </a:rPr>
              <a:t>Local Premises Database</a:t>
            </a:r>
          </a:p>
        </p:txBody>
      </p:sp>
      <p:sp>
        <p:nvSpPr>
          <p:cNvPr id="23" name="TITLE">
            <a:extLst>
              <a:ext uri="{FF2B5EF4-FFF2-40B4-BE49-F238E27FC236}">
                <a16:creationId xmlns:a16="http://schemas.microsoft.com/office/drawing/2014/main" id="{8AA17524-9668-FD0F-4784-07F01C5E2EE6}"/>
              </a:ext>
            </a:extLst>
          </p:cNvPr>
          <p:cNvSpPr txBox="1"/>
          <p:nvPr/>
        </p:nvSpPr>
        <p:spPr>
          <a:xfrm>
            <a:off x="9702080" y="6115160"/>
            <a:ext cx="4765927" cy="128560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chemeClr val="accent4"/>
                </a:solidFill>
              </a:rPr>
              <a:t>Vulnerability Assessment and Penetration Testing</a:t>
            </a:r>
          </a:p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chemeClr val="accent4"/>
                </a:solidFill>
              </a:rPr>
              <a:t>[VAPT]</a:t>
            </a:r>
          </a:p>
        </p:txBody>
      </p:sp>
      <p:sp>
        <p:nvSpPr>
          <p:cNvPr id="24" name="TITLE">
            <a:extLst>
              <a:ext uri="{FF2B5EF4-FFF2-40B4-BE49-F238E27FC236}">
                <a16:creationId xmlns:a16="http://schemas.microsoft.com/office/drawing/2014/main" id="{E5518701-3DCE-B8C3-C410-7466B5109DF6}"/>
              </a:ext>
            </a:extLst>
          </p:cNvPr>
          <p:cNvSpPr txBox="1"/>
          <p:nvPr/>
        </p:nvSpPr>
        <p:spPr>
          <a:xfrm>
            <a:off x="16598559" y="11101767"/>
            <a:ext cx="4765927" cy="47307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chemeClr val="accent4"/>
                </a:solidFill>
              </a:rPr>
              <a:t>AZURE – Cloud </a:t>
            </a:r>
          </a:p>
        </p:txBody>
      </p:sp>
    </p:spTree>
    <p:extLst>
      <p:ext uri="{BB962C8B-B14F-4D97-AF65-F5344CB8AC3E}">
        <p14:creationId xmlns:p14="http://schemas.microsoft.com/office/powerpoint/2010/main" val="2803902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E0C7907-4FEC-738D-0EC1-546211CC4CDF}"/>
              </a:ext>
            </a:extLst>
          </p:cNvPr>
          <p:cNvSpPr txBox="1"/>
          <p:nvPr/>
        </p:nvSpPr>
        <p:spPr>
          <a:xfrm>
            <a:off x="373726" y="294007"/>
            <a:ext cx="17218535" cy="126630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en-US" dirty="0"/>
              <a:t>SAP integration to DATABASE</a:t>
            </a:r>
          </a:p>
        </p:txBody>
      </p:sp>
      <p:pic>
        <p:nvPicPr>
          <p:cNvPr id="10" name="Picture 9" descr="A red and black logo&#10;&#10;AI-generated content may be incorrect.">
            <a:extLst>
              <a:ext uri="{FF2B5EF4-FFF2-40B4-BE49-F238E27FC236}">
                <a16:creationId xmlns:a16="http://schemas.microsoft.com/office/drawing/2014/main" id="{CA28313C-506D-FCCA-57FB-3850BC999CA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1523" y="516211"/>
            <a:ext cx="4962410" cy="726930"/>
          </a:xfrm>
          <a:prstGeom prst="rect">
            <a:avLst/>
          </a:prstGeom>
        </p:spPr>
      </p:pic>
      <p:pic>
        <p:nvPicPr>
          <p:cNvPr id="12" name="Picture 11" descr="A group of people around a table&#10;&#10;AI-generated content may be incorrect.">
            <a:extLst>
              <a:ext uri="{FF2B5EF4-FFF2-40B4-BE49-F238E27FC236}">
                <a16:creationId xmlns:a16="http://schemas.microsoft.com/office/drawing/2014/main" id="{9ACF362C-6A3F-3C2F-421A-0E0872DF579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138" y="5451994"/>
            <a:ext cx="2663687" cy="2663687"/>
          </a:xfrm>
          <a:prstGeom prst="rect">
            <a:avLst/>
          </a:prstGeom>
        </p:spPr>
      </p:pic>
      <p:pic>
        <p:nvPicPr>
          <p:cNvPr id="21" name="Picture 20" descr="A white line drawing of a paper&#10;&#10;AI-generated content may be incorrect.">
            <a:extLst>
              <a:ext uri="{FF2B5EF4-FFF2-40B4-BE49-F238E27FC236}">
                <a16:creationId xmlns:a16="http://schemas.microsoft.com/office/drawing/2014/main" id="{D62B7DAD-6722-3DE7-3E9E-A5BC26D0DCDE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9664" y="5451994"/>
            <a:ext cx="2663687" cy="2663687"/>
          </a:xfrm>
          <a:prstGeom prst="rect">
            <a:avLst/>
          </a:prstGeom>
        </p:spPr>
      </p:pic>
      <p:pic>
        <p:nvPicPr>
          <p:cNvPr id="23" name="Picture 22" descr="A black and white logo&#10;&#10;AI-generated content may be incorrect.">
            <a:extLst>
              <a:ext uri="{FF2B5EF4-FFF2-40B4-BE49-F238E27FC236}">
                <a16:creationId xmlns:a16="http://schemas.microsoft.com/office/drawing/2014/main" id="{D5BF517C-C80C-FCCE-3098-35B0F00BB4D7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303" y="5494584"/>
            <a:ext cx="2663687" cy="2663687"/>
          </a:xfrm>
          <a:prstGeom prst="rect">
            <a:avLst/>
          </a:prstGeom>
        </p:spPr>
      </p:pic>
      <p:pic>
        <p:nvPicPr>
          <p:cNvPr id="25" name="Picture 24" descr="A black and white logo&#10;&#10;AI-generated content may be incorrect.">
            <a:extLst>
              <a:ext uri="{FF2B5EF4-FFF2-40B4-BE49-F238E27FC236}">
                <a16:creationId xmlns:a16="http://schemas.microsoft.com/office/drawing/2014/main" id="{FBC2D615-B615-D9F3-355E-8EE69A0D2E23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8942" y="5451994"/>
            <a:ext cx="2663687" cy="2663687"/>
          </a:xfrm>
          <a:prstGeom prst="rect">
            <a:avLst/>
          </a:prstGeom>
        </p:spPr>
      </p:pic>
      <p:pic>
        <p:nvPicPr>
          <p:cNvPr id="29" name="Picture 28" descr="A white line drawing of a cell phone&#10;&#10;AI-generated content may be incorrect.">
            <a:extLst>
              <a:ext uri="{FF2B5EF4-FFF2-40B4-BE49-F238E27FC236}">
                <a16:creationId xmlns:a16="http://schemas.microsoft.com/office/drawing/2014/main" id="{68E90A23-1008-134D-EBC3-BF7C825DC79D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77536" y="5451994"/>
            <a:ext cx="2663687" cy="2663687"/>
          </a:xfrm>
          <a:prstGeom prst="rect">
            <a:avLst/>
          </a:prstGeom>
        </p:spPr>
      </p:pic>
      <p:sp>
        <p:nvSpPr>
          <p:cNvPr id="37" name="TITLE">
            <a:extLst>
              <a:ext uri="{FF2B5EF4-FFF2-40B4-BE49-F238E27FC236}">
                <a16:creationId xmlns:a16="http://schemas.microsoft.com/office/drawing/2014/main" id="{0D669D16-96AA-EC7B-27C8-4D655DB91802}"/>
              </a:ext>
            </a:extLst>
          </p:cNvPr>
          <p:cNvSpPr txBox="1"/>
          <p:nvPr/>
        </p:nvSpPr>
        <p:spPr>
          <a:xfrm>
            <a:off x="1397456" y="8442944"/>
            <a:ext cx="3224239" cy="74815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CCECFF"/>
                </a:solidFill>
              </a:rPr>
              <a:t>MEETING WITH SAP TEAM</a:t>
            </a:r>
          </a:p>
        </p:txBody>
      </p:sp>
      <p:sp>
        <p:nvSpPr>
          <p:cNvPr id="40" name="TITLE">
            <a:extLst>
              <a:ext uri="{FF2B5EF4-FFF2-40B4-BE49-F238E27FC236}">
                <a16:creationId xmlns:a16="http://schemas.microsoft.com/office/drawing/2014/main" id="{736DC6B9-E2B1-922F-8898-E2FB26081DFA}"/>
              </a:ext>
            </a:extLst>
          </p:cNvPr>
          <p:cNvSpPr txBox="1"/>
          <p:nvPr/>
        </p:nvSpPr>
        <p:spPr>
          <a:xfrm>
            <a:off x="5999387" y="8461396"/>
            <a:ext cx="3224239" cy="4095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CCECFF"/>
                </a:solidFill>
              </a:rPr>
              <a:t>BRD SUBMISSION</a:t>
            </a:r>
          </a:p>
        </p:txBody>
      </p:sp>
      <p:sp>
        <p:nvSpPr>
          <p:cNvPr id="41" name="TITLE">
            <a:extLst>
              <a:ext uri="{FF2B5EF4-FFF2-40B4-BE49-F238E27FC236}">
                <a16:creationId xmlns:a16="http://schemas.microsoft.com/office/drawing/2014/main" id="{0F44AA94-417B-1CE9-9338-FF3C26257CFF}"/>
              </a:ext>
            </a:extLst>
          </p:cNvPr>
          <p:cNvSpPr txBox="1"/>
          <p:nvPr/>
        </p:nvSpPr>
        <p:spPr>
          <a:xfrm>
            <a:off x="11014026" y="8517106"/>
            <a:ext cx="3224239" cy="4095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CCECFF"/>
                </a:solidFill>
              </a:rPr>
              <a:t>RECEIVED API</a:t>
            </a:r>
          </a:p>
        </p:txBody>
      </p:sp>
      <p:sp>
        <p:nvSpPr>
          <p:cNvPr id="42" name="TITLE">
            <a:extLst>
              <a:ext uri="{FF2B5EF4-FFF2-40B4-BE49-F238E27FC236}">
                <a16:creationId xmlns:a16="http://schemas.microsoft.com/office/drawing/2014/main" id="{5F85CB27-1337-AB85-6A57-679278FEBCFA}"/>
              </a:ext>
            </a:extLst>
          </p:cNvPr>
          <p:cNvSpPr txBox="1"/>
          <p:nvPr/>
        </p:nvSpPr>
        <p:spPr>
          <a:xfrm>
            <a:off x="16028665" y="8517106"/>
            <a:ext cx="3224239" cy="74815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CCECFF"/>
                </a:solidFill>
              </a:rPr>
              <a:t>USING API – DATA IN DATABASE</a:t>
            </a:r>
          </a:p>
        </p:txBody>
      </p:sp>
      <p:sp>
        <p:nvSpPr>
          <p:cNvPr id="43" name="TITLE">
            <a:extLst>
              <a:ext uri="{FF2B5EF4-FFF2-40B4-BE49-F238E27FC236}">
                <a16:creationId xmlns:a16="http://schemas.microsoft.com/office/drawing/2014/main" id="{A12403E1-A5CC-0562-780A-855791D82AE6}"/>
              </a:ext>
            </a:extLst>
          </p:cNvPr>
          <p:cNvSpPr txBox="1"/>
          <p:nvPr/>
        </p:nvSpPr>
        <p:spPr>
          <a:xfrm>
            <a:off x="20397259" y="8478065"/>
            <a:ext cx="3224239" cy="74815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CCECFF"/>
                </a:solidFill>
              </a:rPr>
              <a:t>SAP INTEGRATED IN APPS</a:t>
            </a:r>
          </a:p>
        </p:txBody>
      </p:sp>
      <p:pic>
        <p:nvPicPr>
          <p:cNvPr id="53" name="Picture 52" descr="A black and white logo&#10;&#10;AI-generated content may be incorrect.">
            <a:extLst>
              <a:ext uri="{FF2B5EF4-FFF2-40B4-BE49-F238E27FC236}">
                <a16:creationId xmlns:a16="http://schemas.microsoft.com/office/drawing/2014/main" id="{31B9BA7E-BC7E-6C4B-DA02-58787D54BA2A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2416" y="3087416"/>
            <a:ext cx="2663687" cy="266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567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  <p:bldP spid="42" grpId="0"/>
      <p:bldP spid="4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300DC-E614-FEC9-C707-9CF4BEC6D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B7FDC23-6FDB-E7CE-A2CD-040A84540136}"/>
              </a:ext>
            </a:extLst>
          </p:cNvPr>
          <p:cNvSpPr txBox="1"/>
          <p:nvPr/>
        </p:nvSpPr>
        <p:spPr>
          <a:xfrm>
            <a:off x="373726" y="294007"/>
            <a:ext cx="17218535" cy="126630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en-US" dirty="0"/>
              <a:t>SAP integration to DATABASE</a:t>
            </a:r>
          </a:p>
        </p:txBody>
      </p:sp>
      <p:pic>
        <p:nvPicPr>
          <p:cNvPr id="10" name="Picture 9" descr="A red and black logo&#10;&#10;AI-generated content may be incorrect.">
            <a:extLst>
              <a:ext uri="{FF2B5EF4-FFF2-40B4-BE49-F238E27FC236}">
                <a16:creationId xmlns:a16="http://schemas.microsoft.com/office/drawing/2014/main" id="{3761D672-9240-793D-FE22-2C806167AA3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1523" y="516211"/>
            <a:ext cx="4962410" cy="72693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75D741F8-FEB5-88E5-BCED-FA9D30AD26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16204" y="2850917"/>
            <a:ext cx="10939038" cy="68390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6BEA088A-53A7-4E31-C193-975231BD86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408" y="2850917"/>
            <a:ext cx="10841824" cy="68390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1" name="TITLE">
            <a:extLst>
              <a:ext uri="{FF2B5EF4-FFF2-40B4-BE49-F238E27FC236}">
                <a16:creationId xmlns:a16="http://schemas.microsoft.com/office/drawing/2014/main" id="{3236C77F-0B06-F938-F4E4-B9758729883B}"/>
              </a:ext>
            </a:extLst>
          </p:cNvPr>
          <p:cNvSpPr txBox="1"/>
          <p:nvPr/>
        </p:nvSpPr>
        <p:spPr>
          <a:xfrm>
            <a:off x="15802212" y="9975741"/>
            <a:ext cx="5427772" cy="6634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en-US" sz="3600" dirty="0"/>
              <a:t>Scrapcost Dashboard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68B8D99-ACF6-BD33-8BF2-F01AA3D34804}"/>
              </a:ext>
            </a:extLst>
          </p:cNvPr>
          <p:cNvSpPr txBox="1"/>
          <p:nvPr/>
        </p:nvSpPr>
        <p:spPr>
          <a:xfrm>
            <a:off x="4027654" y="9975742"/>
            <a:ext cx="5195859" cy="6634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en-US" sz="3600" dirty="0"/>
              <a:t>Forceful Dashboard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4A299618-1F4F-2948-D43D-5F32DD769306}"/>
              </a:ext>
            </a:extLst>
          </p:cNvPr>
          <p:cNvSpPr txBox="1"/>
          <p:nvPr/>
        </p:nvSpPr>
        <p:spPr>
          <a:xfrm>
            <a:off x="8858071" y="12404278"/>
            <a:ext cx="10569853" cy="6634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SAP Integrated Dashboards</a:t>
            </a:r>
          </a:p>
        </p:txBody>
      </p:sp>
    </p:spTree>
    <p:extLst>
      <p:ext uri="{BB962C8B-B14F-4D97-AF65-F5344CB8AC3E}">
        <p14:creationId xmlns:p14="http://schemas.microsoft.com/office/powerpoint/2010/main" val="217754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89F0E02C-D6C1-AF18-5993-55FE7A9B7E33}"/>
              </a:ext>
            </a:extLst>
          </p:cNvPr>
          <p:cNvSpPr txBox="1"/>
          <p:nvPr/>
        </p:nvSpPr>
        <p:spPr>
          <a:xfrm>
            <a:off x="377687" y="306955"/>
            <a:ext cx="16101391" cy="126630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en-US" dirty="0"/>
              <a:t>Our Access Android App</a:t>
            </a:r>
          </a:p>
        </p:txBody>
      </p:sp>
      <p:pic>
        <p:nvPicPr>
          <p:cNvPr id="2" name="Picture 1" descr="A red and black logo&#10;&#10;AI-generated content may be incorrect.">
            <a:extLst>
              <a:ext uri="{FF2B5EF4-FFF2-40B4-BE49-F238E27FC236}">
                <a16:creationId xmlns:a16="http://schemas.microsoft.com/office/drawing/2014/main" id="{F2BDC41C-95DF-B8B8-D31F-49FEDDD7057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1523" y="516211"/>
            <a:ext cx="4962410" cy="726930"/>
          </a:xfrm>
          <a:prstGeom prst="rect">
            <a:avLst/>
          </a:prstGeom>
        </p:spPr>
      </p:pic>
      <p:pic>
        <p:nvPicPr>
          <p:cNvPr id="19458" name="Picture 2" descr="A red letter a with a house in the middle&#10;&#10;AI-generated content may be incorrect.">
            <a:extLst>
              <a:ext uri="{FF2B5EF4-FFF2-40B4-BE49-F238E27FC236}">
                <a16:creationId xmlns:a16="http://schemas.microsoft.com/office/drawing/2014/main" id="{043FE0E1-1FE1-EAB8-D378-670F92EAAB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6112" y="4448589"/>
            <a:ext cx="5305425" cy="52959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4256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49F1C-E3A0-551F-2FB9-6F29A60AA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03FE70F1-2246-96B5-3B5E-0FE72EBC8AA3}"/>
              </a:ext>
            </a:extLst>
          </p:cNvPr>
          <p:cNvSpPr txBox="1"/>
          <p:nvPr/>
        </p:nvSpPr>
        <p:spPr>
          <a:xfrm>
            <a:off x="377687" y="306955"/>
            <a:ext cx="16101391" cy="126630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en-US" dirty="0"/>
              <a:t>Our Access Android App</a:t>
            </a:r>
          </a:p>
        </p:txBody>
      </p:sp>
      <p:pic>
        <p:nvPicPr>
          <p:cNvPr id="2" name="Picture 1" descr="A red and black logo&#10;&#10;AI-generated content may be incorrect.">
            <a:extLst>
              <a:ext uri="{FF2B5EF4-FFF2-40B4-BE49-F238E27FC236}">
                <a16:creationId xmlns:a16="http://schemas.microsoft.com/office/drawing/2014/main" id="{227208C7-393F-472A-57DA-63F1131B967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1523" y="516211"/>
            <a:ext cx="4962410" cy="726930"/>
          </a:xfrm>
          <a:prstGeom prst="rect">
            <a:avLst/>
          </a:prstGeom>
        </p:spPr>
      </p:pic>
      <p:pic>
        <p:nvPicPr>
          <p:cNvPr id="19458" name="Picture 2" descr="A red letter a with a house in the middle&#10;&#10;AI-generated content may be incorrect.">
            <a:extLst>
              <a:ext uri="{FF2B5EF4-FFF2-40B4-BE49-F238E27FC236}">
                <a16:creationId xmlns:a16="http://schemas.microsoft.com/office/drawing/2014/main" id="{97101A0E-D3AC-DF79-B7EB-E0E775A230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399" y="4210050"/>
            <a:ext cx="5305425" cy="52959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access ppt">
            <a:hlinkClick r:id="" action="ppaction://media"/>
            <a:extLst>
              <a:ext uri="{FF2B5EF4-FFF2-40B4-BE49-F238E27FC236}">
                <a16:creationId xmlns:a16="http://schemas.microsoft.com/office/drawing/2014/main" id="{2A63B6FB-CED9-649F-1EA5-808D5E76F2A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t="2939"/>
          <a:stretch>
            <a:fillRect/>
          </a:stretch>
        </p:blipFill>
        <p:spPr>
          <a:xfrm>
            <a:off x="14454055" y="1649463"/>
            <a:ext cx="6317771" cy="1090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488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735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BF58A4B-4336-AC9F-DC50-F6E697F7CA5D}"/>
              </a:ext>
            </a:extLst>
          </p:cNvPr>
          <p:cNvSpPr txBox="1"/>
          <p:nvPr/>
        </p:nvSpPr>
        <p:spPr>
          <a:xfrm>
            <a:off x="465626" y="169090"/>
            <a:ext cx="14781000" cy="126630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en-US" dirty="0"/>
              <a:t>Visits at Incubation</a:t>
            </a:r>
          </a:p>
        </p:txBody>
      </p:sp>
      <p:pic>
        <p:nvPicPr>
          <p:cNvPr id="29" name="Picture 28" descr="A group of men wearing headphones&#10;&#10;AI-generated content may be incorrect.">
            <a:extLst>
              <a:ext uri="{FF2B5EF4-FFF2-40B4-BE49-F238E27FC236}">
                <a16:creationId xmlns:a16="http://schemas.microsoft.com/office/drawing/2014/main" id="{9DCD2B0B-7027-6D2D-1FB3-B322EA82D2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26" y="1435399"/>
            <a:ext cx="11105205" cy="8109309"/>
          </a:xfrm>
          <a:prstGeom prst="rect">
            <a:avLst/>
          </a:prstGeom>
        </p:spPr>
      </p:pic>
      <p:pic>
        <p:nvPicPr>
          <p:cNvPr id="32" name="Picture 31" descr="A group of people standing in a room&#10;&#10;AI-generated content may be incorrect.">
            <a:extLst>
              <a:ext uri="{FF2B5EF4-FFF2-40B4-BE49-F238E27FC236}">
                <a16:creationId xmlns:a16="http://schemas.microsoft.com/office/drawing/2014/main" id="{7994D5E5-18C9-79E9-1204-8A8D60028A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82032">
            <a:off x="13058521" y="31508"/>
            <a:ext cx="10788967" cy="7878384"/>
          </a:xfrm>
          <a:prstGeom prst="rect">
            <a:avLst/>
          </a:prstGeom>
        </p:spPr>
      </p:pic>
      <p:pic>
        <p:nvPicPr>
          <p:cNvPr id="34" name="Picture 33" descr="A group of people standing in a room&#10;&#10;AI-generated content may be incorrect.">
            <a:extLst>
              <a:ext uri="{FF2B5EF4-FFF2-40B4-BE49-F238E27FC236}">
                <a16:creationId xmlns:a16="http://schemas.microsoft.com/office/drawing/2014/main" id="{91DABF6B-A4EB-05D3-856B-F228982EF1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0210" y="7181286"/>
            <a:ext cx="9584266" cy="699868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EF093721-9124-08A6-DAEF-4C3DE080DD4C}"/>
              </a:ext>
            </a:extLst>
          </p:cNvPr>
          <p:cNvSpPr txBox="1"/>
          <p:nvPr/>
        </p:nvSpPr>
        <p:spPr>
          <a:xfrm rot="21329590">
            <a:off x="14934831" y="6248058"/>
            <a:ext cx="73276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  <a:latin typeface="Montserrat" panose="00000500000000000000" pitchFamily="2" charset="0"/>
              </a:rPr>
              <a:t>Appreciation by </a:t>
            </a:r>
            <a:r>
              <a:rPr lang="en-IN" b="1" dirty="0">
                <a:solidFill>
                  <a:schemeClr val="bg2"/>
                </a:solidFill>
                <a:highlight>
                  <a:srgbClr val="FFFF00"/>
                </a:highlight>
                <a:latin typeface="Montserrat" panose="00000500000000000000" pitchFamily="2" charset="0"/>
              </a:rPr>
              <a:t>Rohit Thakur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D79951B-AB02-259B-C4A9-5C01D4D506C0}"/>
              </a:ext>
            </a:extLst>
          </p:cNvPr>
          <p:cNvSpPr txBox="1"/>
          <p:nvPr/>
        </p:nvSpPr>
        <p:spPr>
          <a:xfrm rot="286269">
            <a:off x="2386564" y="7818247"/>
            <a:ext cx="66127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  <a:latin typeface="Montserrat" panose="00000500000000000000" pitchFamily="2" charset="0"/>
              </a:rPr>
              <a:t>Appreciation by </a:t>
            </a:r>
            <a:r>
              <a:rPr lang="en-IN" b="1" dirty="0">
                <a:solidFill>
                  <a:schemeClr val="bg2"/>
                </a:solidFill>
                <a:highlight>
                  <a:srgbClr val="FFFF00"/>
                </a:highlight>
                <a:latin typeface="Montserrat" panose="00000500000000000000" pitchFamily="2" charset="0"/>
              </a:rPr>
              <a:t>Accessors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2E283BE-7B9A-49CE-E72D-05979C2313D7}"/>
              </a:ext>
            </a:extLst>
          </p:cNvPr>
          <p:cNvSpPr txBox="1"/>
          <p:nvPr/>
        </p:nvSpPr>
        <p:spPr>
          <a:xfrm rot="286269">
            <a:off x="12254268" y="12511606"/>
            <a:ext cx="61702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  <a:latin typeface="Montserrat" panose="00000500000000000000" pitchFamily="2" charset="0"/>
              </a:rPr>
              <a:t>Appreciation by </a:t>
            </a:r>
            <a:r>
              <a:rPr lang="en-IN" b="1" dirty="0">
                <a:solidFill>
                  <a:schemeClr val="bg2"/>
                </a:solidFill>
                <a:highlight>
                  <a:srgbClr val="FFFF00"/>
                </a:highlight>
                <a:latin typeface="Montserrat" panose="00000500000000000000" pitchFamily="2" charset="0"/>
              </a:rPr>
              <a:t>IT HEAD</a:t>
            </a:r>
          </a:p>
        </p:txBody>
      </p:sp>
    </p:spTree>
    <p:extLst>
      <p:ext uri="{BB962C8B-B14F-4D97-AF65-F5344CB8AC3E}">
        <p14:creationId xmlns:p14="http://schemas.microsoft.com/office/powerpoint/2010/main" val="1073445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B86F0-EA76-22E0-94BE-F83B78836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637C1CD-A8F9-EF0C-705A-AE71B8DA38EE}"/>
              </a:ext>
            </a:extLst>
          </p:cNvPr>
          <p:cNvSpPr txBox="1"/>
          <p:nvPr/>
        </p:nvSpPr>
        <p:spPr>
          <a:xfrm>
            <a:off x="465626" y="169090"/>
            <a:ext cx="14781000" cy="126630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7400" b="1">
                <a:solidFill>
                  <a:schemeClr val="tx2"/>
                </a:solidFill>
                <a:latin typeface="Montserrat" pitchFamily="2" charset="77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en-US" dirty="0"/>
              <a:t>Our Team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F74E9B-55BE-643E-80FE-33F1EA7A07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14770">
            <a:off x="4446142" y="2051658"/>
            <a:ext cx="13959321" cy="1046949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5" name="Picture 4" descr="A red and black logo&#10;&#10;AI-generated content may be incorrect.">
            <a:extLst>
              <a:ext uri="{FF2B5EF4-FFF2-40B4-BE49-F238E27FC236}">
                <a16:creationId xmlns:a16="http://schemas.microsoft.com/office/drawing/2014/main" id="{15F3B937-7C13-FA9F-0CF9-EDD1A2BC738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1523" y="516211"/>
            <a:ext cx="4962410" cy="726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924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9041A19-968C-86E5-B903-084D2791D0D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5264"/>
            <a:ext cx="24377650" cy="12085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8867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C39763-A320-4B89-4FA2-840B5EF78EE0}"/>
              </a:ext>
            </a:extLst>
          </p:cNvPr>
          <p:cNvSpPr txBox="1"/>
          <p:nvPr/>
        </p:nvSpPr>
        <p:spPr>
          <a:xfrm>
            <a:off x="7545446" y="-89400"/>
            <a:ext cx="10209653" cy="1076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398" dirty="0"/>
              <a:t>Application Utilization</a:t>
            </a:r>
            <a:endParaRPr lang="en-IN" sz="6398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F483ECB2-6841-F27F-799A-25748220EE4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6"/>
            <a:ext cx="24377650" cy="137124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2808909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Realm Ux Ui">
      <a:dk1>
        <a:srgbClr val="FFFFFF"/>
      </a:dk1>
      <a:lt1>
        <a:srgbClr val="FFFFFF"/>
      </a:lt1>
      <a:dk2>
        <a:srgbClr val="FFFFFF"/>
      </a:dk2>
      <a:lt2>
        <a:srgbClr val="2A2A2A"/>
      </a:lt2>
      <a:accent1>
        <a:srgbClr val="171717"/>
      </a:accent1>
      <a:accent2>
        <a:srgbClr val="FFFFFF"/>
      </a:accent2>
      <a:accent3>
        <a:srgbClr val="2A2A2A"/>
      </a:accent3>
      <a:accent4>
        <a:srgbClr val="FFFFFF"/>
      </a:accent4>
      <a:accent5>
        <a:srgbClr val="2A2A2A"/>
      </a:accent5>
      <a:accent6>
        <a:srgbClr val="FFFFFF"/>
      </a:accent6>
      <a:hlink>
        <a:srgbClr val="335FFE"/>
      </a:hlink>
      <a:folHlink>
        <a:srgbClr val="CA64D3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rgbClr val="6FBFFF"/>
            </a:gs>
            <a:gs pos="98000">
              <a:srgbClr val="3C8BFF"/>
            </a:gs>
          </a:gsLst>
          <a:lin ang="5400000" scaled="1"/>
          <a:tileRect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89433</TotalTime>
  <Words>571</Words>
  <Application>Microsoft Office PowerPoint</Application>
  <PresentationFormat>Custom</PresentationFormat>
  <Paragraphs>300</Paragraphs>
  <Slides>31</Slides>
  <Notes>19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Heebo</vt:lpstr>
      <vt:lpstr>Montserrat</vt:lpstr>
      <vt:lpstr>Wingdings</vt:lpstr>
      <vt:lpstr>Default Theme</vt:lpstr>
      <vt:lpstr>PowerPoint Presentation</vt:lpstr>
      <vt:lpstr>PowerPoint Presentation</vt:lpstr>
      <vt:lpstr>The Past Approach - Third-Party Solutions</vt:lpstr>
      <vt:lpstr>Formation of In-House Digitization Team</vt:lpstr>
      <vt:lpstr>The New Challenge - Siloed In-House Solutions</vt:lpstr>
      <vt:lpstr>Introducing the Plant Dashboard: Our Integrated Core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Slides</dc:title>
  <dc:subject>Templates</dc:subject>
  <dc:creator>NINAWE PRATHAMESH;ASAD SHEIKH</dc:creator>
  <cp:keywords/>
  <dc:description/>
  <cp:lastModifiedBy>NINAWE PRATHAMESH</cp:lastModifiedBy>
  <cp:revision>9908</cp:revision>
  <cp:lastPrinted>2019-09-18T23:04:43Z</cp:lastPrinted>
  <dcterms:created xsi:type="dcterms:W3CDTF">2014-11-12T21:47:38Z</dcterms:created>
  <dcterms:modified xsi:type="dcterms:W3CDTF">2026-07-20T05:01:47Z</dcterms:modified>
  <cp:category/>
</cp:coreProperties>
</file>